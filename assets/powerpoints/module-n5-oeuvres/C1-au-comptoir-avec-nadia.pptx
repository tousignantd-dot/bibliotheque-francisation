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défi 2. Apporter deux ou trois albums de la bibliothèque et les faire circuler avant de commencer. Beaucoup d'élèves n'en ont jamais tenu ; d'autres en ont lu toute leur enfance dans leur langue. Les seconds expliqueront aux premiers mieux que l'enseignante.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vrai travail de conversation du défi. Un bibliothécaire ne conseille rien avant d'avoir compris ce que la personne aime : c'est à l'élève de le dire d'abord, et il faut lui apprendre.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plusieurs élèves : les habitudes diffèrent, surtout chez ceux dont la première langue s'écrit de droite à gauche. La règle française — de gauche à droite, puis la rangée en dessous — n'a rien d'évident et mérite d'être dite.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deux mots au tableau tout de suite et les faire montrer du doigt sur un album réel. Le geste fixe le mot bien mieux que la répétition — c'est le principe de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bulle de pensée est l'information la plus utile de la séance : sans elle, on croit que le personnage a dit tout haut ce qu'il gardait pour lui, et l'histoire ne se tient plus. Faire chercher un exemple dans les albums.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reprend la distinction de la séance A3 — l'objet et son contenu — et annonce la séance C4, où elle devient un outil : c'est ce qui permet de changer de mot sans changer de sujet.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redire l'ordre à voix haute par tout le groupe, deux fois. C'est le genre de liste qui s'installe en trente secondes et qui tient des années.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appliquer les cinq lignes sur une planche réelle, album ouvert sur le bureau, un élève qui montre du doigt pendant que les autres disent l'ordre. Cinq minutes, et la lecture est acquise.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`t2a` du module interactif. La dernière ligne est une information pratique qui vaut la peine d'être vérifiée avec la bibliothèque du quartier : la durée du prêt varie d'un réseau à l'autre.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consigne fait remonter des comparaisons intéressantes et donne une place à ceux qui lisaient de la bande dessinée avant d'arriver ici. Lire deux ou trois billets au début de C2.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C1  ·  MODULE 13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Au comptoir, avec Nadia</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Mai n'a jamais lu de bande dessinée. Elle ne sait pas comment ça se lit, ni comment on appelle ce qu'elle voit. Nadia Ferland tient le comptoir depuis douze ans et explique ces mots-là tous les jours : une case, une bulle, une planche, un album.</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club du jeudi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une case, une bulle, une planche, une onomatopée, un album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dans quel ordre se lit une planche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une bulle de parole et une bulle de pensée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un conseil au comptoir en disant ce qu'on aime.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page découpée en petits carrés. Vous la lisez dans quel ordre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lanche-ouvert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 où commencez-vous : en haut à gauche, au milieu, au plus gros carré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carré, quel texte lisez-vous en premier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gros mot en travers, qui n'est dans aucune bulle ?</a:t>
            </a:r>
          </a:p>
        </p:txBody>
      </p:sp>
      <p:sp>
        <p:nvSpPr>
          <p:cNvPr id="18" name="Rounded Rectangle 17"/>
          <p:cNvSpPr/>
          <p:nvPr/>
        </p:nvSpPr>
        <p:spPr>
          <a:xfrm>
            <a:off x="566928" y="522732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savez-vous qui parle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case et la planche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0" name="TextBox 9"/>
          <p:cNvSpPr txBox="1"/>
          <p:nvPr/>
        </p:nvSpPr>
        <p:spPr>
          <a:xfrm>
            <a:off x="2089499" y="2322576"/>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Nadia, je voudrais essayer une bande dessinée. Je n'en ai jamais lu.</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3" name="TextBox 12"/>
          <p:cNvSpPr txBox="1"/>
          <p:nvPr/>
        </p:nvSpPr>
        <p:spPr>
          <a:xfrm>
            <a:off x="2089499" y="3071876"/>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Jamais ? Alors on commence par les mots. Voyez ce carré, ici.</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6" name="TextBox 15"/>
          <p:cNvSpPr txBox="1"/>
          <p:nvPr/>
        </p:nvSpPr>
        <p:spPr>
          <a:xfrm>
            <a:off x="2089499" y="3821175"/>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petit cadre avec le dessin dedans ?</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9" name="TextBox 18"/>
          <p:cNvSpPr txBox="1"/>
          <p:nvPr/>
        </p:nvSpPr>
        <p:spPr>
          <a:xfrm>
            <a:off x="2089499" y="4570475"/>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s'appelle une case. La page complète, c'est une planche.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bulle, et sa pointe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9" name="TextBox 8"/>
          <p:cNvSpPr txBox="1"/>
          <p:nvPr/>
        </p:nvSpPr>
        <p:spPr>
          <a:xfrm>
            <a:off x="2089499" y="19019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ce rond blanc avec le texte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089499" y="26512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bulle. Celle qui a une pointe vers un personnage, c'est lui qui parle.</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5" name="TextBox 14"/>
          <p:cNvSpPr txBox="1"/>
          <p:nvPr/>
        </p:nvSpPr>
        <p:spPr>
          <a:xfrm>
            <a:off x="2089499" y="3400551"/>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quand la pointe est en petits ronds ?</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8" name="TextBox 17"/>
          <p:cNvSpPr txBox="1"/>
          <p:nvPr/>
        </p:nvSpPr>
        <p:spPr>
          <a:xfrm>
            <a:off x="2089499" y="4149851"/>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le personnage ne parle pas : il pense. C'est différent.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L'album, le tome, la série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9" name="TextBox 8"/>
          <p:cNvSpPr txBox="1"/>
          <p:nvPr/>
        </p:nvSpPr>
        <p:spPr>
          <a:xfrm>
            <a:off x="2089499" y="19019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livre-là est épais. Il y a une suite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089499" y="26512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un album. Celui que vous tenez est le premier tome d'une série.</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5" name="TextBox 14"/>
          <p:cNvSpPr txBox="1"/>
          <p:nvPr/>
        </p:nvSpPr>
        <p:spPr>
          <a:xfrm>
            <a:off x="2089499" y="3400551"/>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l'album, la bande dessinée, l'histoire… c'est la même chose ?</a:t>
            </a:r>
          </a:p>
        </p:txBody>
      </p:sp>
      <p:sp>
        <p:nvSpPr>
          <p:cNvPr id="16" name="TextBox 15"/>
          <p:cNvSpPr txBox="1"/>
          <p:nvPr/>
        </p:nvSpPr>
        <p:spPr>
          <a:xfrm>
            <a:off x="932688" y="4149851"/>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7" name="TextBox 16"/>
          <p:cNvSpPr txBox="1"/>
          <p:nvPr/>
        </p:nvSpPr>
        <p:spPr>
          <a:xfrm>
            <a:off x="2089499" y="4149851"/>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Presque. L'album, c'est l'objet ; l'histoire, c'est ce qu'il y a dedans.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DU PLUS PETIT AU PLUS GRAND</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bulle tient dans une case, une case tient dans une planche, une planche tient dans un album.</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Retenez l'ordre et vous ne vous tromperez plus jamais : bulle, case, planche, album. Le tome est le numéro de l'album dans une suite, et la série est l'ensemble. Six mots, et vous parlez la langue du comptoir.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COMMENT ON LIT UNE PLANCHE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seule règle, et trois conséquences</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SE DEMANDE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RÉPONSE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 où je commence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En haut à gauche, comme un texte ordinaire.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Et ensuite ?</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Vers la droite, puis la rangée en dessous.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Dans une case, quelle bulle d'abord ?</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plus haute et la plus à gauche.</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parle ?</a:t>
            </a:r>
          </a:p>
        </p:txBody>
      </p:sp>
      <p:sp>
        <p:nvSpPr>
          <p:cNvPr id="20" name="TextBox 19"/>
          <p:cNvSpPr txBox="1"/>
          <p:nvPr/>
        </p:nvSpPr>
        <p:spPr>
          <a:xfrm>
            <a:off x="4443636" y="4315968"/>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Suivez la pointe de la bulle : elle mène à une bouche.</a:t>
            </a:r>
          </a:p>
        </p:txBody>
      </p:sp>
      <p:sp>
        <p:nvSpPr>
          <p:cNvPr id="21" name="Rectangle 20"/>
          <p:cNvSpPr/>
          <p:nvPr/>
        </p:nvSpPr>
        <p:spPr>
          <a:xfrm>
            <a:off x="932688" y="5029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57216"/>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Et le bruit en grosses lettres ?</a:t>
            </a:r>
          </a:p>
        </p:txBody>
      </p:sp>
      <p:sp>
        <p:nvSpPr>
          <p:cNvPr id="23" name="TextBox 22"/>
          <p:cNvSpPr txBox="1"/>
          <p:nvPr/>
        </p:nvSpPr>
        <p:spPr>
          <a:xfrm>
            <a:off x="4443636" y="5157216"/>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Il n'est dit par personne : c'est la scène.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petit cadre avec un dessin s'appelle une case.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page complète s'appelle une bulle.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pointe de la bulle montre qui parle.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pointe en petits ronds veut dire que le personnage crie.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lit de gauche à droite, puis la rangée en dessous.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onomatopée se place à l'intérieur d'une bulle.</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L'album que Mai emprunte est le premier tome d'une série.</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garde une bande dessinée pendant trois semaines.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petit cadre avec un dessin s'appelle une case.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page complète s'appelle une bulle.   </a:t>
            </a:r>
            <a:r>
              <a:rPr sz="1400" b="1" i="0">
                <a:solidFill>
                  <a:srgbClr val="07734A"/>
                </a:solidFill>
                <a:latin typeface="Verdana"/>
              </a:rPr>
              <a:t>» faux — une planche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pointe de la bulle montre qui parle.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pointe en petits ronds veut dire que le personnage crie.   </a:t>
            </a:r>
            <a:r>
              <a:rPr sz="1400" b="1" i="0">
                <a:solidFill>
                  <a:srgbClr val="07734A"/>
                </a:solidFill>
                <a:latin typeface="Verdana"/>
              </a:rPr>
              <a:t>» faux — il pense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lit de gauche à droite, puis la rangée en dessous.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onomatopée se place à l'intérieur d'une bulle.   </a:t>
            </a:r>
            <a:r>
              <a:rPr sz="1400" b="1" i="0">
                <a:solidFill>
                  <a:srgbClr val="07734A"/>
                </a:solidFill>
                <a:latin typeface="Verdana"/>
              </a:rPr>
              <a:t>» faux — en dehors</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L'album que Mai emprunte est le premier tome d'une série.   </a:t>
            </a:r>
            <a:r>
              <a:rPr sz="1400" b="1" i="0">
                <a:solidFill>
                  <a:srgbClr val="07734A"/>
                </a:solidFill>
                <a:latin typeface="Verdana"/>
              </a:rPr>
              <a:t>» vrai</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garde une bande dessinée pendant trois semaines.   </a:t>
            </a:r>
            <a:r>
              <a:rPr sz="14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cinq mots de la bande dessinée, du plus petit au plus grand.</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à côté de chacun ce qu'il désigne, en trois ou quatre mots.</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Nommez un mot que vous employez dans votre première langue pour la même chose.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Le club du jeudi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