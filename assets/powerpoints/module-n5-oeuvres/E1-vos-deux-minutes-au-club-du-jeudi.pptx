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Elle se fait presque entièrement debout et à deux. Prévoir des postes avec écouteurs pour le jeu de rôle et un coin calme pour l'enregistrement. Rendre au début les billets de D1 et de D2 : chacun arrive avec son avis et sa réserve déjà écrits.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critère du niveau 5 à l'oral : un discours suivi, pas cinq réponses à cinq questions. Si l'assistant doit demander « et ça se passe où ? », la présentation n'était pas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 renversement : à la séance A1, Mai relisait trois fois une affiche sans oser entrer. Le dire au groupe en toutes lettres — c'est le moment de la séance qui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deux dernières répliques sont la méthode du module en entier. Les laisser affichées pendant que le groupe prépare sa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situations de l'activité interactive. L'assistant ne connaît pas votre œuvre et il vous fera préciser. Ce n'est ni une panne ni de la mauvaise volonté : c'est ainsi qu'il fait travailler le discours suivi.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onze sujets de la grille en ligne. Les cinq autres — la reprise de l'œuvre par un autre mot, la justification, l'accord donné à l'autre — sont ceux du Défi 2 et du Défi 3 : les écrire au tableau à côté.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 et à laisser projetée pendant tout l'atelier. C'est le seul manquement que le jeu de rôle sanctionne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temps sont ceux du module en ligne. Insister : l'œuvre doit être une vraie œuvre, lue ou vue pour de bon, dans n'importe quelle langue. Une présentation sur un livre inventé s'entend en 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ses notes n'a rien d'artificiel devant un groupe : les gens qui présentent des livres à la radio le font tous.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l'autoévaluation avant l'envoi à l'enseignante, jamais après. Les élèves recommencent d'eux-mêmes une fois sur deux, et c'est exactement le 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les rendre en E2 avec la rétroaction de la production orale. La comparaison entre ce que l'élève a repéré lui-même et ce que dit la correction vaut mieux qu'une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Vos deux minutes au club du jeudi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votre tour. Dix personnes vous écoutent, personne ne vous coupe, et personne ne connaît l'œuvre dont vous parlez. Vous l'avez lue, vue ou écoutée dans n'importe quelle langue : vous la présentez en français.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club du jeudi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présenter une œuvre pendant deux minutes sans s'arrêter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au présent et s'arrêter avant le dénouement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 avis précis et le justifier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son avis devant quelqu'un qui pense autrement.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avez trouvé vos mots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ce que Mai fait « toujours pareil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GILBERTE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0504" y="2322576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trouvé vos mots, Mai. Ça s'entend.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778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0504" y="3071876"/>
            <a:ext cx="85656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fais toujours pareil, maintenant : le titre, le genre, où ça se passe.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GILBERTE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0504" y="4158995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Puis l'histoire, au présent, sans le dénouement.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0504" y="4908296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je m'arrête au moment où le personnage doit choisir.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LA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si quelqu'un n'est pas d'accord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GILBERTE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0504" y="19019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l'avis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0504" y="26512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adjectif précis, jamais « c'est bon ». Et une raison derrière.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GILBERTE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0504" y="3400551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quelqu'un n'est pas d'accord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5778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04" y="4149851"/>
            <a:ext cx="85656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lui accorde ce qu'il a de juste, puis je dis pourquoi je pense autrement.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POUR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Devant le cinéma, un mardi soir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personne n'a pas vu le film et hésite. Elle ne veut surtout pas savoir comment ça finit — et elle n'aime pas les histoires au passé.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Au comptoir de la bibliothèque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voulez une autre bande dessinée. On vous en conseillera une si vous dites ce que vous avez lu et ce que vous cherchez.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club du jeudi, salle du fond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minutes devant une dizaine de chaises en cercle. Quelqu'un dans le groupe ne sera pas d'accord avec vous.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grille vérifie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ATTEND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L'œuvre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titre, le genre et le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cadre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où et quand, en une phrase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personnage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qu'il veut, avec « qui » ou « que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L'arrêt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au moment du choix, jamais le dénouement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L'avis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adjectif précis, mis en avant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recommandation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à qui, et pourquoi à cette personne-là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ON NE RACONTE PAS LA FIN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s'arrête au moment où le personnage doit choisir.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règle du club, et c'est aussi ce qui donne envie. Une histoire résumée jusqu'au bout n'a plus besoin d'être lue ; une histoire arrêtée au bon endroit se fait emprunter le soir même.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Vos deux minutes, en cinq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d'abord, lisez à voix haute, puis enregistrez. De cent à cent trente secondes.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490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130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8576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4977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103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2251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8652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647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3778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8592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9232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79323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ENREGISTRER SANS AVOIR 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J'improvise, ça fera plus naturel.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J'écris mes cinq temps, je les lis une fois, puis j'enregistre.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présentation improvisée dure quarante secondes ou quatre minutes, et elle oublie presque toujours deux choses : le genre de l'œuvre, et la raison derrière l'avis. Ce sont les deux qui donnent envie.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Réécoutez-vous comme quelqu'un qui ne connaît pas l'œuvre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honnêtement avant d'envoyer.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le titre, le genre et le support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L'histoire est-elle racontée au présent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êtes-vous arrêté avant la fin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a-t-il un adjectif précis et une raison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Avez-vous dit une chose moins aimée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Dit-on à qui vous la recommandez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Réécoutez-vous comme quelqu'un qui ne connaît pas l'œuvre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le titre, le genre et le support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trois, dès la première phrase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L'histoire est-elle racontée au présent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arrive, elle ouvre, elle trouve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êtes-vous arrêté avant la fin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moment du choix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a-t-il un adjectif précis et une raison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jamais « c'est bon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Avez-vous dit une chose moins aimée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sans démolir l'œuvre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Dit-on à qui vous la recommandez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quelqu'un de précis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votre enregistrement : notez la chose que vous referiez autrement.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la plus importante.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ce qui a bien marché : ça se garde pour la prochaine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club du jeudi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