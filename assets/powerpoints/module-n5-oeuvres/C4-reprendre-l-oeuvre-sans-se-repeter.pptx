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2. Commencer par une démonstration : lire au groupe un court paragraphe où « le livre » revient six fois. Le malaise se voit sur les visages avant qu'on ait expliqué quoi que ce soit.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un savoir du programme de niveau 5 : employer des procédés de substitution lexicale pour reprendre un référent. Le mot savant n'a pas à être dit ; ce qui compte, c'est que l'élève entende la répétition chez lui.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piste est importante : rien n'est fautif dans la phrase de départ. C'est une question de discours, pas de grammaire — et c'est précisément ce que le niveau 5 ajoute au niveau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règle deux choses d'un coup : l'ordre des reprises et l'interdiction de commencer par le mot général, vue à la séance A1 et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rangée montre la reprise par pronom, la plus économique. Avertir tout de suite : après deux « elle », on remet un nom, sinon l'auditeur reconstruit la mauvaise personne et ne s'en aperçoit que trois phrases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un savoir du programme à part entière : le déterminant démonstratif non déictique. C'est lui qui fait le lien, autant que le nom — « cette histoire » ne montre rien, il renvoie à ce qui vient d'être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`t2repr` du module interactif. La dernière ligne est la plus intéressante : un seul mot général reprend deux œuvres de supports différents. C'est ce qu'aucun mot précis ne peut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au groupe deux autres reprises fausses possibles — « le chapitre » pour une planche, « l'épisode » pour un tome. Les écrire au tableau à côté des justes.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`t2red` du module interactif. Consigne à l'auditeur : compter les répétitions. Quand quelqu'un dit trois fois le même mot, on lève la main sans interrompre — et le locuteur se corrige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ferme le défi 2 et alimente la production écrite du bloc E, où la répétition est le défaut le plus visible d'un carton de sept à dix phrases. Le dire au groupe en ramassant les billets.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Reprendre l'œuvre sans se répéter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minutes sur une seule chose : si vous dites « le livre » quinze fois, la personne en face décroche avant la fin, sans savoir pourquoi. Le français règle ça en changeant de mot sans changer de sujet — et tout le monde suit sans y penser.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club du jeudi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mot précis par un mot plus général : album, livre, œuvre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un mot voisin : le roman, l'histoire, le récit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 déterminant démonstratif qui recolle : ce, cet, cette, ces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une planche d'un seul tenant, sans répéter le même mot.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J'ai lu un livre. Le livre est bon. Dans le livre, il y a… » Qu'est-ce qui ne va pas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incorrect, ou seulement lourd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quels mots pourriez-vous remplacer le deuxième « livre »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troisième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peut commencer par « cette œuvre »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ON VA DU PRÉCIS VERS LE GÉNÉRAL, JAMAIS L'INVERSE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album, puis livre, puis œuvre — et c'est toujours le dernier nom cité qui commande.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première phrase doit dire ce que c'est : « c'est un album de bande dessinée ». Les reprises viennent après et vivent de ce que la première a posé. Commencer par « je vais vous parler de cette œuvre » ne dit à personne ce que vous tenez dans les mains.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CHAÎNES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La même œuvre, dite autrement à chaque phrase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PRÉSENTE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DEUXIÈME MENTION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TROISIÈME MENTION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un album de BD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livre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cette œuvre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un roman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l'histoire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récit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une série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épisodes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cette œuvre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un film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cette histoire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j'ai vu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personnage principal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femme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PROCÉDÉS, UN DÉTERMINANT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fait tenir la reprise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mot plus général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album, puis livre, puis œuvre. Toujours vrai, jamais faux.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mot voisin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roman, l'histoire, le récit : chacun éclaire un côté différent.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déterminant démonstratif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ce, cet, cette, ces — il dit « celle dont je viens de parler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pronom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il, elle, ça : le plus court, mais jamais deux fois de suite.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COMPLÉTEZ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mot de reprise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œuvre · album · histoire · série · tome · livre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album de bande dessinée. Cette ___ m'a pris deux soirées.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commencé une série. Le premier ___ compte cinquante planches.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roman se passe au bord de la mer. Cette ___ ressemble à la mienne.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quatre tomes en tout. La ___ complète est au rayon du fond.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emprunté une bande dessinée. Ce ___ se garde trois semaines.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film et ce roman racontent la même chose. Les deux ___ sont fortes.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mot de reprise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album de bande dessinée. Cette ___ m'a pris deux soirées.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œuvre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commencé une série. Le premier ___ compte cinquante planches.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roman se passe au bord de la mer. Cette ___ ressemble à la mienne.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histoire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quatre tomes en tout. La ___ complète est au rayon du fond.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série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emprunté une bande dessinée. Ce ___ se garde trois semaines.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livre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film et ce roman racontent la même chose. Les deux ___ sont fortes.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œuvres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CHANGER POUR UN MOT FAUX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lu une série. Cet album se lit en une soirée.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lu une série. Le premier tome se lit en une soirée.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reprise doit rester vraie : une série n'est pas un album, un tome n'est pas une planche. Quand on hésite, « l'œuvre » et « l'histoire » conviennent presque toujours et ne trahissent rien.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une planche d'un seul tenant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phrases. Reprenez l'œuvre autrement à chaque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 — De quel album parlez-vous ? Le genre, le tome, la longueur.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 — Décrivez une case qui vous a marqué, sans rien dire de l'histoire.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— Que font les bulles dans cette planche ? Y en a-t-il beaucoup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 — Reprenez l'œuvre trois fois de suite, avec trois mots différents.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votre œuvre, avec trois reprises différentes.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Commencez par ce que c'est : un roman, un album, une série, un film.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« cette histoire », « ce livre », « cette œuvre » — pas deux fois le même.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club du jeudi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