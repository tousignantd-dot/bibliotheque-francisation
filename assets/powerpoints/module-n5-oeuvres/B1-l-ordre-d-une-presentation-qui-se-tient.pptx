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1. Commencer en demandant à un élève de raconter un film en une minute, sans préparation. Le groupe repère tout de suite ce qui manque : on ne sait pas où ça se passe, on ne sait pas qui est le personnage. Ne pas corriger — la séance le fera.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celui qui demande le plus de reprises. La tentation est de commencer par « c'était vers la fin de l'hiver… » — un détail qui ne sert à rien tant qu'on ne sait pas de quoi on parle.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réponses varient beaucoup, et c'est utile : le groupe découvre qu'il n'y a pas d'ordre naturel. La troisième piste a une réponse ferme — deux, trois au plus. Au-delà, personne ne suit.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réponse de Mai : deux informations en une phrase, le lieu et le personnage. C'est exactement la dose. Un troisième détail et la phrase devient trop longue à retenir.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réplique donne le désir du personnage — « elle veut repartir le jour même ». C'est ce qui rend l'histoire intéressante avant même qu'il arrive quelque chose. Le faire remarquer : sans désir, pas d'histoire.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Là, vous me tenez » est la phrase à relever : c'est l'obstacle qui donne envie, pas la solution. Et le refus de Mai — « ça, je ne le dis pas » — est le modèle de la séance B4.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écrire les cinq temps sur une feuille que l'élève gardera jusqu'à la séance E1. C'est le plan de sa production 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quatrième rangée : un seul obstacle. Raconter trois complications, c'est raconter le livre. Faire écrire au groupe, pour leur propre œuvre, la phrase du temps 4 — c'est la plus difficile.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`t1a` du module interactif. Faire justifier chaque « faux » par la réplique. La sixième prépare la séance B2, la septième la séance B4.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l'exercice à l'envers : donner au groupe un détail seul — « il pleuvait ce jour-là » — et demander ce qu'ils en font. Rien. Puis donner la première phrase avant, et redonner le détail.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et les relire avant B2 : les temps 3 mal faits — « c'est l'histoire d'une famille » sans désir — donnent la matière de la reprise du début de séance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L'ordre d'une présentation qui se tient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Karim demande à Mai de raconter son roman. Elle le connaît par cœur et elle ne sait pas par où commencer — c'est le problème de tout le monde. Il y a un ordre, il tient en cinq temps, et il ne s'invente pas à chaque fois.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club du jeudi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cinq temps d'une présentation d'œuvre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commencer par ce qu'on raconte, jamais par un détail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le lieu et l'époque en une seule phrase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 personnage principal et ce qu'il veut.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MISE EN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racontez un film à quelqu'un qui ne l'a pas vu. Par quoi commencez-vous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le nom des personnages ? Par l'endroit ? Par la fin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la personne en face a besoin de savoir en premier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personnages pouvez-vous nommer avant qu'on se perde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vous arrêtez-vous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Par le commencement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1665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KARIM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99214" y="2322576"/>
            <a:ext cx="897691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fini votre roman ? Vous en parlez jeudi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1665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99214" y="3071876"/>
            <a:ext cx="897691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pense. Mais je ne sais pas comment le raconter.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1665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KARIM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99214" y="3821175"/>
            <a:ext cx="897691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Commencez par le commencement. Ça se passe où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16652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99214" y="4570475"/>
            <a:ext cx="897691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un village au bord de la mer. Une femme y revient après vingt ans.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le personnage veut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1665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KARIM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9214" y="1901952"/>
            <a:ext cx="897691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Bon. Et elle revient pour quoi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1665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99214" y="2651252"/>
            <a:ext cx="897691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vendre la maison de sa mère. Elle veut repartir le jour même.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1665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KARIM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9214" y="3400551"/>
            <a:ext cx="897691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Attendez : vous racontez ça au présent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1665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99214" y="4149851"/>
            <a:ext cx="897691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Oui. C'est comme ça qu'on raconte une histoire, non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Là où on s'arrête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16652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9214" y="1901952"/>
            <a:ext cx="897691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Donc : elle arrive, elle ouvre la maison, et elle trouve une boîte de lettres.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1665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KARIM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99214" y="2989072"/>
            <a:ext cx="897691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Là, vous me tenez. Des lettres de qui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1665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9214" y="3738371"/>
            <a:ext cx="897691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Ça, je ne le dis pas. C'est ce qui fait tourner toute l'histoire.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487671"/>
            <a:ext cx="11665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KARIM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9214" y="4487671"/>
            <a:ext cx="897691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Parfait. Vous ne dites jamais ce qui arrive à la fin.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CINQ TEMPS, TOUJOURS DANS LE MÊME ORDRE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 quoi je parle · où et quand · qui, et ce qu'il veut · ce qui complique tout · et je m'arrête.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Chaque temps tient en une phrase. Cinq phrases font environ quarante secondes : il vous en reste autant pour l'avis. Cet ordre n'est pas une contrainte scolaire — c'est celui de tous les résumés au dos des livres, et de toutes les bandes-annonces.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CINQ TEMPS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Ce que chacun contient, et ce qu'il ne contient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639312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MET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 · De quoi je parle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support, le genre, une mesure. Une phrase.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 · Où et quand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 lieu, une époque. Deux détails, pas trois.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3 · Qui, et ce qu'il veut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personnage principal et son désir.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4 · Ce qui complique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 seul obstacle. Jamais trois.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5 · Je m'arrête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Au moment du choix. « Je ne vous dis pas la fin.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L'histoire se passe dans un village au bord de la mer.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femme revient au village après cinq ans.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revient pour vendre la maison de sa mère.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l'intention de rester tout l'été.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trouve une boîte de lettres dans la maison.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Mai raconte l'histoire au passé composé.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Mai dit de qui viennent les lettres.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Karim conseille de s'arrêter au moment du choix.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L'histoire se passe dans un village au bord de la mer.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femme revient au village après cinq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après vingt ans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revient pour vendre la maison de sa mère.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l'intention de rester tout l'été.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veut repartir le jour même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trouve une boîte de lettres dans la maison.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Mai raconte l'histoire au passé composé.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au présent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Mai dit de qui viennent les lettres.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refuse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Karim conseille de s'arrêter au moment du choix.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COMMENCER PAR UN DÉTAIL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C'était l'hiver, il y avait beaucoup de neige, et…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un roman. Une femme revient au village après vingt ans.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Tant que la personne en face ne sait pas de quoi vous parlez, tous les détails tombent à côté : elle les entend sans pouvoir les ranger nulle part. Le décor vient au temps 2, jamais au temps 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temps 1, 2 et 3 de votre présentation. Une phrase chacun.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Temps 2 : deux détails seulement — un lieu, une époque.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Temps 3 : le personnage principal et ce qu'il veut, en une seule phrase.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club du jeudi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