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3, et la plus importante du module. Ouvrir en demandant au groupe de dire en un mot ce qu'il a pensé du dernier film qu'il a vu. Les réponses seront « bon », « pas bon », « correct ». Ne rien commenter :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celle qui compte. Beaucoup d'élèves viennent de cultures où contredire quelqu'un en public est impoli ; le club est un endroit où ça ne l'est pas, à condition de dire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Expliquez-moi ça » est la question de l'animatrice tout au long du dialogue. La faire remarquer : au club, un avis sans raison appelle toujours cette question-là.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mouvement en deux temps de Mai — « c'est vrai que », puis « par contre » — est le cœur de la séance. L'écrire au tableau et le faire répéter avant d'aller plus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recommandation adressée à quelqu'un de précis est ce que les gens retiennent d'une présentation. Ce n'est plus un jugement : c'est une adresse.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celle du module entier. La lire à voix haute et s'arrêter là : c'est exactement ce qu'on demandera aux élèves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au groupe cinq adjectifs de plus et les écrire à côté. Les élèves en connaissent plus qu'ils n'en emploient.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l'échange à deux, debout, trois fois : l'un affirme, l'autre accorde puis tourne, et on échange. C'est le seul exercice de la séance qui se fait entièrement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est simple : deux personnes qui vérifient trouvent-elles le même résultat ? Si oui, c'est un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énoncés de l'exercice `t3a`. Les faire d'abord sans le texte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dix items de `t3fait`. Faire remarquer les mots qui annoncent un avis — je trouve que, selon moi, à mon avis — et qui évitent tout malentendu.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en D2 : ils sont le brouillon de l'avis de la présentation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Moi, ce qui m'a touchée, c'est le silence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soir du club. Mai donne son avis, Karim n'est pas d'accord, et personne ne se fâche. C'est là que le module se joue : « c'est bon » n'apprend rien à personne.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« c'est bon » par un adjectif qui dit quoi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une raison derrière chaque jugement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fait vérifiable d'un avis qui vous appartient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quelqu'un qui pense autrement sans le contredire.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dans cette salle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du-f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personnes, et disposées comment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fait quand quelqu'un parle et qu'on n'est pas d'accord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désaccord est un problème, ici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ferait peur, à la place de Mai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Expliquez-moi 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 le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0504" y="232257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Alors, Mai. Qu'est-ce qui vous a le plus touchée là-dedans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0504" y="307187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ce qui m'a touchée, c'est le silence entre les deux sœurs.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504" y="3821175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silence. Expliquez-moi ça.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0504" y="4570475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Elles ne se disent presque rien, et on comprend tout quand même.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vrai que c'est lent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665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9214" y="1901952"/>
            <a:ext cx="89769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franchement, j'ai trouvé ça lent. Il ne se passe rien pendant cent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9214" y="2989072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vrai que c'est lent. Par contre, c'est justement ce que j'ai aimé.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9214" y="3738371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Aimé parce que c'est lent ? Expliquez-moi ça, vous aussi.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1665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9214" y="4487671"/>
            <a:ext cx="89769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Parce que le temps du livre est le temps du village. On attend avec 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le conseilleriez à qui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0504" y="19019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belle façon de le dire. Vous le conseilleriez à qui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504" y="26512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quelqu'un qui a quitté un pays. Il va reconnaître quelque chose.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0504" y="34005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ça me parle plus que « c'est bon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04" y="41498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bon », ça ne dit rien. Il fallait que je trouve mieux.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avis, deux raisons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KARIM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0504" y="19019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Je vais le lire. Mais je maintiens que c'est lent.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504" y="26512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le droit. Vous me direz jeudi prochain.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0504" y="34005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Voilà. Deux avis, deux raisons, et personne ne s'est fâché.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04" y="41498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première fois que je parle deux minutes sans m'arrêter.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C'EST BON » NE DIT 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Émouvant. Lent. Drôle. Dur. Prévisible. Surprenant. Reposant.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adjectif précis vaut trois phrases vagues — il dit ce qui est bon, et pour qui. Et derrière l'adjectif, toujours une raison : sans elle, l'autre ne peut rien faire de ce que vous venez de dire.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CONTREDIRE DE FRONT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Non, ce n'est pas lent du tout.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vrai que c'est lent. Par contre, c'est ce qui m'a plu.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change d'avis quand on lui dit qu'il a tort ; tout le monde écoute quand on lui donne raison sur un point d'abord. On accorde ce qui est juste, puis on tourne.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fait, ou un avis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roman compte trois cents pages.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 fait : ça se vérifie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fin est un peu prévisible.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 avis : moi, j'ai deviné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série a huit épisodes.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 fait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ne se passe rien pendant cent pages.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 avis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adjectifs sont presque toujours des avis, même quand ils sonnent comme des constats.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le dialogue du club,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a touché Mai, c'est le silence entre les deux sœurs.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a trouvé le livre trop rapide.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 accorde à Karim que le livre est lent.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 raconte la fin du roman à Gilberte.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change d'avis et trouve le livre rapide.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Gilberte trouve normal que deux avis se contredisent.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a touché Mai, c'est le silence entre les deux sœurs.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a trouvé le livre trop rapide.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l'a trouvé lent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 accorde à Karim que le livre est lent.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 raconte la fin du roman à Gilberte.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la règle du club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change d'avis et trouve le livre rapide.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maintient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Gilberte trouve normal que deux avis se contredisent.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 ou avis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dites si elle se vérifie ou si elle vous appartient.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L'histoire se passe dans un village au bord de la 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livre le plus émouvant que j'ai lu cette année.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L'album est le premier tome d'une série de quatre.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trouve que le dessin est plus fort que le texte.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garde une bande dessinée trois semaines à la bibliothèque.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personnage-là m'a agacée du début à la fin.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 ou avis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L'histoire se passe dans un village au bord de la mer.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livre le plus émouvant que j'ai lu cette année.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avis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L'album est le premier tome d'une série de quatre.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trouve que le dessin est plus fort que le texte.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avis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garde une bande dessinée trois semaines à la bibliothèque.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fait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personnage-là m'a agacée du début à la fin.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avis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avez pensé de votre œuvre, sans employer « bon » ni « intéressant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adjectif précis, puis une raison derrière.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aussi une chose que vous avez moins aimée : elle servira en D2.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