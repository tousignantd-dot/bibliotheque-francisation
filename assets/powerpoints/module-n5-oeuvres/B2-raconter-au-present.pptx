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Faire l'expérience dès le début : dire au groupe « elle est arrivée au village, elle a ouvert la maison, elle a trouvé une boîte », puis la même chose au présent. Demander laquelle des deux donne envie. Le groupe choisit toujours la seconde, sans savoir pourquoi. La séance le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 travail de la séance. Passer au présent est facile ; y rester pendant cinq phrases l'est moins, et le mélange est la faute la plus audible d'une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livres et faire lire les quatrièmes de couverture à voix haute. Elles sont toutes au présent, sans exception — c'est la preuve la plus rapide, et elle ne vient pas de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présent est aussi le temps le plus simple à conjuguer, ce qui est un cadeau à ce niveau-ci : l'élève peut penser à ce qu'il raconte plutôt qu'à sa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rangée est la règle : le verbe ne change pas, seul le repère de temps change. C'est un savoir du programme de niveau 5 — distinguer l'action en cours de l'action habituelle. Le français les met au même temps, et laisse le repère faire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huit verbes couvrent presque tous les résumés. Les faire apprendre comme du vocabulaire, à la troisième personne du présent, plutôt que comme une conjugaison complète : c'est la seule forme dont l'élève aura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`t1pres` du module interactif. Les cinquième et sixième lignes sont les plus instructives : la cinquième est une habitude, la sixième deux actions au même moment. Les faire justifier.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gérondif est au programme du niveau 5 pour la simultanéité et la manière. L'introduire ici sans l'exiger : les élèves rapides s'en empareront, les autres garderont « pendant que », qui est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correction : lire au groupe un court résumé où deux verbes sur six sont au passé composé, et demander de les attraper. Ils les entendent, même quand ils font eux-mêmes la faute.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par deux d'abord, puis trois ou quatre passages devant le groupe. L'auditeur a une seule tâche : lever la main s'il entend un passé composé. C'est le meilleur exercice d'écoute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complète les temps 1 à 3 écrits en B1 : l'élève a maintenant la moitié de sa présentation. La quatrième phrase vérifie l'habitude, qui est le point du programme le plus vite oublié.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Raconter au présent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livre est écrit au passé, l'autrice l'a fini il y a trois ans — et tout le monde le raconte au présent. Ce n'est pas une règle de grammaire : c'est ce qui place la personne qui écoute à l'intérieur de la scène, au moment où ça arrive.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présent pour raconter ce qui arrive dans une œuvre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l'action en cours de l'action habituelle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deux choses en même temps sans changer de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présent jusqu'au bout, sans glisser au passé composé.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« Elle arrive au village » ou « elle est arrivée au village » ? Les deux sont corrects. Lequel préférez-vous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vous met dans l'histoire ? Lequel vous en tient dehors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le dos d'un livre : à quel temps est le résumé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une bande-annonce de film, elle parle à quel temps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quelque chose à ce qui est raconté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PRÉSENT PLACE L'AUTRE DANS LA SCÈNE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passé, votre récit devient un rapport. Au présent, il devient une scène.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arrive. Elle ouvre la maison. Elle trouve une boîte de lettres. » Trois verbes, trois moments, et la personne en face avance avec le personnage. C'est le temps de tous les résumés du monde, et il ne demande aucune conjugaison difficile.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EMPLOIS, UN SEUL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décide, c'est le mot devant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 MAINTENANT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RÉPÈTE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arrive au village.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soirs, elle marche jusqu'au quai.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ouvre la maison.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Chaque matin, elle ouvre les volets.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personnage hésite.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D'habitude, il ne répond pas.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porte s'ouvre.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dimanche, personne ne travaille.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 mot devant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soirs · chaque matin · d'habitude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VERBES DE TOUS LES RÉSUMÉS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troisième personne, au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s'appelle · elle vit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présente le personnage : qui il est, où il vit.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rencontre · elle découvre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L'évènement qui met l'histoire en marche.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elle veut · il refuse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désir et l'obstacle : le cœur du temps 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elle décide · il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moment du choix — c'est là qu'on s'arrête.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 Restez au présent partout.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femme ___ (revenir) au village après vingt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(vouloir) repartir le jour 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personnage principal ___ (ouvrir) la maison de sa mère.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le grenier, elle ___ (découvrir) une boîte de lettres.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Tous les soirs, elle ___ (marcher) jusqu'au quai.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qu'elle range la maison, elle ___ (relire) les lettres.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femme ___ (revenir) au village après vingt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revient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(vouloir) repartir le jour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personnage principal ___ (ouvrir) la maison de sa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ouvre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le grenier, elle ___ (découvrir) une boîte de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découvre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Tous les soirs, elle ___ (marcher) jusqu'au quai.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qu'elle range la maison, elle ___ (relire) les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CHOSES EN MÊME TEMPS, DEUX PRÉSENTS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qu'elle range la maison, elle relit les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verbes restent au présent : rien n'est décalé, tout se passe au même moment de l'histoire. C'est la façon la plus simple de dire la simultanéité, et elle suffit largement pour deux minutes. Le gérondif — « en rangeant la maison » — dit la même chose en moins de mots, et un seul par présentation fait bon effet.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CHANGER DE TEMPS AU MILIEU DU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arrive au village et elle a trouvé une boîte de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arrive au village et elle trouve une boîte de lettres.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fois au présent, il faut y rester jusqu'à la fin. Le mélange est la faute la plus audible d'une présentation : l'auditeur ne sait plus s'il est dans l'histoire ou dans votre souvenir de l'histoire.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 suite, au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Racontez le début de votre œuvre. Trois verbes, trois moments.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 — ce que fait le personnage en premier.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 — ce qui arrive ensuite.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 — ce qui complique tout.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Redites les trois d'affilée, sans vous arrêter entre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au présent qui racontent le début de votre œuvre.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verbes différents, trois moments qui se suivent.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quatrième phrase avec « tous les soirs » ou « chaque matin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