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renversement. Le dire au groupe dès le début : aujourd'hui, c'est vous qui savez, et quelqu'un d'autre qui est perdu.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deuxième et troisième pistes portent toute la séance. Faire essayer une indication longue, puis demander au groupe de la répéter : personne n'y arrive, et la règle s'impose d'elle-même.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phrases par réponse, jamais trois. Faire compter par le groupe : c'est le modèle de la production orale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jouer les quatre lignes pour vrai, dans la classe : le verbe se dit, le geste se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conduite que le jeu de rôle en ligne vérifie : l'assistant, qui joue le concierge, fait pareil.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dix phrases sur le vrai centre, cinq de chaque sorte.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deux, avec le geste, dix fois de suite, de plus en plus vite. C'est bête et ça marche.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items. Exiger exactement deux phrases : compter à voix haute avec le groupe la première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L'étape 3 est la stratégie du module au complet : redire pour vérifier. Elle se retrouve telle quelle dans la grille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court, et brouillon direct de la production écrite du bloc E. Ceux qui le font n'auront qu'à le reprendre et l'allonger.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Indiquer le chemin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Répondre à quelqu'un qui cherche son chemin, en deux phrases : l'étage, puis le côté.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Où est le local 214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quatre verbes du chemin à l'impératif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l'étage d'abord, le côté ensuite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il y a pour ce qui existe, c'est pour situer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indiquer un chemin en deux phrases, pas plus.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RENVERSEMENT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Quelqu'un vous demande son chemin. Vous dites 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rridor-e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dites en premier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faut tout dire d'un coup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la personne peut retenir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qu'elle fera si elle a oublié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Cette fois, c'est Soraya qui répond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comptez les phrases de Soraya.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5435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AMINA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7047" y="2322576"/>
            <a:ext cx="878907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Excusez-moi, c'est où, la bibliothèque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35435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SORAYA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7047" y="2982976"/>
            <a:ext cx="878907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premier étage. C'est le local 108.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35435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AMINA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7047" y="3643376"/>
            <a:ext cx="878907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loin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35435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SORAYA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7047" y="4303775"/>
            <a:ext cx="878907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Non. Prenez l'escalier, puis à gauche.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35435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AMINA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7047" y="4964176"/>
            <a:ext cx="878907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! Et le secrétariat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35435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SORAYA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7047" y="5624576"/>
            <a:ext cx="878907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Ici, au rez-de-chaussée. Le 005, en face de l'accueil.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verbes du chemin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LA PERSONNE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Prenez l'escalier.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elle monte les marches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Continuez tout droit.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elle marche devant elle, sans tourner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Tournez à droite.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elle change de direction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Descendez au rez-de-chaussée.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elle redescend jusqu'en bas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Ce sont les mêmes formes que les consignes de la classe : ouvrez, écoutez, prenez. La terminaison -ez se dit « é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L'ÉTAGE D'ABORD, LE CÔTÉ ENSUITE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phrases, et la personne part sans se perdre.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au deuxième étage. Prenez l'escalier, puis à droite. » Deux informations, deux phrases. Trois indications d'un coup ne se retiennent pas, et la personne devra redemander vingt mètres plus loin.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y a, ou c'est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y a un ascenseur.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dire qu'une chose existe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y a trois étages.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dire combien il y en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la cafétéria.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nommer un endroit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au deuxième étage.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situer un endroit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n'y a pas de local 240.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dire que ça n'existe pas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« Il y a » ne change jamais : ni au pluriel, ni au féminin.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tout droit » pour « à droite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deux directions différentes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1" i="0">
                <a:solidFill>
                  <a:srgbClr val="4B4F52"/>
                </a:solidFill>
                <a:latin typeface="Verdana"/>
              </a:rPr>
              <a:t>Tout droit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c'est devant soi, sans tourner.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À droite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c'est un virage. Les deux expressions se ressemblent à l'oreille et s'échangent sans arrêt : le seul remède est de faire le geste en même temps que le mot, chaque fois.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Indiquez le chemin en deux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personne cherche. Vous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local 214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bibliothèque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cafétéria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toilettes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sortie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Indiquez le chemin en deux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local 214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 au deuxième étage. Prenez l'escalier, puis à droite.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bibliothèque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 au premier étage. Montez un étage, puis à gauche.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cafétéria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 au rez-de-chaussée. Continuez tout droit, à côté des casiers.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toilettes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Il y en a à chaque étage. Au bout du corridor, en face de l'ascenseur.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sortie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 au rez-de-chaussée. Descendez, c'est à côté de l'accueil.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À DEUX, DEBOUT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L'un cherche, l'autre répond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Puis on échange les rôles.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en deux phrases où est votre local, pour quelqu'un qui arrive demain.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C'est au deuxième étage.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Prenez l'escalier, puis à droite.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Où est le local 214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