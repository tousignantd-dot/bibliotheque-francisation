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renversement. Le dire au groupe dès le début : aujourd'hui, c'est vous qui savez, et quelqu'un d'autre qui est perdu.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deuxième et troisième pistes portent toute la séance. Faire essayer une indication longue, puis demander au groupe de la répéter : personne n'y arrive, et la règle s'impose d'elle-même.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phrases par réponse, jamais trois. Faire compter par le groupe : c'est le modèle de la production orale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pour vrai, dans la classe : le verbe se dit, le geste se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conduite que le jeu de rôle en ligne vérifie : l'assistant, qui joue le concierge, fait 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dix phrases sur le vrai centre, cinq de chaque sorte.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deux, avec le geste, dix fois de suite, de plus en plus vite. C'est bête et ça 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items. Exiger exactement deux phrases : compter à voix haute avec le groupe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3 est la stratégie du module au complet : redire pour vérifier. Elle se retrouve telle quelle dans la grille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brouillon direct de la production écrite du bloc E. Ceux qui le font n'auront qu'à le reprendre et l'allonger.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Indiquer le chemin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Répondre à quelqu'un qui cherche son chemin, en deux phrases : l'étage, puis le côté.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verbes du chemin à l'impératif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l'étage d'abord, le côté ensuite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il y a pour ce qui existe, c'est pour situer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indiquer un chemin en deux phrases, pas plus.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RENVERSEMENT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Quelqu'un vous demande son chemin. Vous dites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rridor-e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dites en premier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tout dire d'un coup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personne peut retenir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fera si elle a oublié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Soraya qui répond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les phrases de Soraya.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c'est où, la bibliothèque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SORAYA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29829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premier étage. C'est le local 108.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36433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loin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SORAYA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7047" y="4303775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Non. Prenez l'escalier, puis à gauche.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7047" y="49641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! Et le secrétariat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SORAYA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047" y="56245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Ici, au rez-de-chaussée. Le 005, en face de l'accueil.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verbes du chemin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LA PERSONNE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Prenez l'escalier.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elle monte les marches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Continuez tout droit.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elle marche devant elle, sans tourner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Tournez à droite.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elle change de direction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Descendez au rez-de-chaussée.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elle redescend jusqu'en bas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 sont les mêmes formes que les consignes de la classe : ouvrez, écoutez, prenez. La terminaison -ez se dit « é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L'ÉTAGE D'ABORD, LE CÔTÉ ENSUITE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phrases, et la personne part sans se perdre.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au deuxième étage. Prenez l'escalier, puis à droite. » Deux informations, deux phrases. Trois indications d'un coup ne se retiennent pas, et la personne devra redemander vingt mètres plus loin.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a, ou c'est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un ascenseur.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dire qu'une chose existe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trois étages.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dire combien il y en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la cafétéria.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nommer un endroit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au deuxième étage.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situer un endroit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n'y a pas de local 240.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dire que ça n'existe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Il y a » ne change jamais : ni au pluriel, ni au féminin.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tout droit » pour « à droite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deux directions différentes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&lt;b&gt;Tout droit&lt;/b&gt;, c'est devant soi, sans tourner. &lt;b&gt;À droite&lt;/b&gt;, c'est un virage. Les deux expressions se ressemblent à l'oreille et s'échangent sans arrêt : le seul remède est de faire le geste en même temps que le mot, chaque fois.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Indiquez le chemin en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personne cherche. Vous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local 214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bibliothèque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cafétéria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toilettes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sortie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Indiquez le chemin en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local 214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au deuxième étage. Prenez l'escalier, puis à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bibliothèque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au premier étage. Montez un étage, puis à gauche.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cafétéria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au rez-de-chaussée. Continuez tout droit, à côté des casiers.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toilettes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Il y en a à chaque étage. Au bout du corridor, en face de l'ascenseur.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sortie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au rez-de-chaussée. Descendez, c'est à côté de l'accueil.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DEUX, DEBOUT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L'un cherche, l'autre répond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Puis on échange les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deux phrases où est votre local, pour quelqu'un qui arrive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au deuxième étage.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l'escalier, puis à droite.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