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langue, après la séance de lecture. Garder le plan de B1 affiché au mur pendant toute l'heure.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la devinette avant toute explication. La moitié du groupe aura trouvé la règle seule au bout de trois numéros : la faire dire par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dix numéros au hasard et répondre en chœur, très vite : la règle doit devenir un réflexe.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comment ça se dit dans les langues du groupe : la différence se voit tout de suite, et elle explique bien des malentendus.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expliquer la contraction : donner les quatre cas et faire répéter avec des endroits réels.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versions, la fausse d'abord. Puis faire corriger cinq phrases à l'oral, très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items. Exiger la phrase entière : c'est là que « au » s'installe, pas dans un mot isolé.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Circuler et écouter les « à le » : ils sortent tout seuls, et se corrigent sur-le-champ, sans commentaire.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Une phrase par forme : c'est le contrôle le plus rapide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premier chiffre dit l'étage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Trouver l'étage à partir du numéro, et dire où on va avec au, à la, à l' ou aux.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l'étage d'un local à partir de son numéro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premier étage, deuxième étage, rez-de-chaussée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au, à la, à l' et aux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phrase entière : c'est au deuxième étage.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DEVINETTE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118, c'est à quel étage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scalier-cen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regardez en premier, dans ce numéro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012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214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vous faites pour le savoir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premier chiffre, et rien d'autre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NUMÉRO COMMENCE PAR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0 - 005, 012, 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rez-de-chaussée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1 - 108, 110, 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premier 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2 - 210, 212, 214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deuxième étage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autres chiffres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seulement quelle porte du corridor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règle vaut au Centre Bellevue. Ailleurs, c'est le plan qui le dit.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REZ-DE-CHAUSSÉE N'EST PAS UN ÉTAGE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français, l'étage du bas porte un nom à lui.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le &lt;b&gt;rez-de-chaussée&lt;/b&gt;, jamais « l'étage zéro ». Le &lt;b&gt;premier étage&lt;/b&gt; est déjà un escalier plus haut. C'est une source d'erreur constante pour qui vient d'un pays où le rez-de-chaussée s'appelle le premier étage.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Au, à la, à l', 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secrétariat, au deuxième étage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mot est masculin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la cafétéria, à la bibliothèque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mot est féminin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l'accueil, à l'ascenseur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mot commence par une voyelle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aux toilettes, aux casiers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il y en a plusieurs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On ne dit jamais « à le » ni « à les » : ces deux formes n'existent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vais à le secrétariat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au secrétariat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À » et « le » se collent toujours en &lt;b&gt;au&lt;/b&gt; ; « à » et « les » se collent en &lt;b&gt;aux&lt;/b&gt;. Ce n'est pas une règle de style : les formes séparées n'existent pas en français, et personne ne les 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 étage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une phrase entière.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012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118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005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 étage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au deuxième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108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au premier étage.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012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au rez-de-chaussée.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au deuxième étage.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118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au premier étage.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005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au rez-de-chaussée.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tu vas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 pose la question, B répond avec au, à la, à l' ou 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au, à la et 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cours est au deuxième étage.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mange à la cafétéria.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manteau est aux casiers.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