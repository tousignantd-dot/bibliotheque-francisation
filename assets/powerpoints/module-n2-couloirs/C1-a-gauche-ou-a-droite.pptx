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Troisième bloc. Séance très gestuelle : chaque expression se dit avec la main avant de s'écrire.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essayer les formules approximatives avant de donner les bonnes. Noter au tableau ce que le groupe produit : on y reviendra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les yeux fermés la première fois, puis avec le geste la seconde. La troisième réplique est la clé : Soraya n'a pas tout compris, et elle le dit en une question de quatre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Dessiner le corridor du vrai centre au tableau et placer les cinq expressions dessus, une par 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geste d'abord, le mot ensuite. Faire refaire le geste par tout le groupe,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les deux versions. Puis faire répéter cinq phrases avec le « de » bien détaché.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énoncés. Les faire d'abord à l'oral, en groupe, puis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À droite » et « tout droit » se ressemblent et se confondent tout le temps. Le geste est la seule chose qui les sépare vraiment pour un débutant.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 hors de la classe. Prévenir le secrétariat. L'étape 4 est l'évaluation formative de la séance : elle se note d'un coup d'œil.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Vérifier le « de » : c'est le piège de la séance, et il se corrige en une seconde.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gauche ou à droite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Comprendre une indication dans un corridor et dire exactement où se trouve une porte.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Où est le local 214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à gauche, à droite et tout droit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une porte avec à côté de et en face 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une porte avec au bout du et au milieu du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redire une indication pour la vérifier.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est-ce qu'on décrit cet endroit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lle-casi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le long du mur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au début ou au bout du corridor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en face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vous diriez à quelqu'un où c'est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Soraya cherche les toilettes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fois, puis montrez la direction avec la 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SORAYA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7047" y="2322576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Excusez-moi, où sont les toilettes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7047" y="2982976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bout du corridor, en face de l'ascenseur.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SORAYA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7047" y="3643376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gauche ou à droite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7047" y="4303775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droite. Tout droit, puis à droite.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SORAYA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7047" y="4964176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Merci. Et la salle des casiers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35435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7047" y="5624576"/>
            <a:ext cx="878907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rez-de-chaussée, à côté de la cafétéria.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façons de dire où c'est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côté de la cafétéria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la porte voisine, du même côté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 face de l'ascenseur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de l'autre côté du corridor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 bout du corridor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tout au fond, la dernière porte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 milieu du corridor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ni au début, ni au fond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entre l'escalier et l'ascenseur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avec un repère de chaque côté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On dit toujours « du » corridor : « de le corridor » n'existe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À CÔTÉ, OU EN FACE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différence tient à un seul geste.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1" i="0">
                <a:solidFill>
                  <a:srgbClr val="4B4F52"/>
                </a:solidFill>
                <a:latin typeface="Verdana"/>
              </a:rPr>
              <a:t>À côté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c'est le même côté du corridor : les deux portes se touchent.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En face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c'est l'autre côté : il faut traverser. Montrez-le avec les deux mains, et la classe entière comprend en trois secondes.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à côté la cafétéria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à côté de la cafétéria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petit mot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n'est pas facultatif : sans lui, la phrase s'arrête au milieu et l'interlocuteur ne sait pas de quoi on parle. Même chose pour « en face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l'ascenseur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toilettes sont au bout du corridor.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tourner à gauche.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salle des casiers est au rez-de-chaussée.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salle des casiers est à côté de la cafétéria.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salle des casiers ferme le midi.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toilettes sont au bout du corridor.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tourner à gauche.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à droite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salle des casiers est au rez-de-chaussée.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salle des casiers est à côté de la cafétéria.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salle des casiers ferme le midi.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elle est ouverte toute la journée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GESTES À NE PAS CONFONDRE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faire en même temps qu'on parle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À droite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côté de la main droite. On tourne.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À gauche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côté de la main gauche. On tourne aussi.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Tout droit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499360"/>
            <a:ext cx="2936138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soi, sans tourner du tout.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DANS LE CORRIDOR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Situez cinq portes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Debout, dans le vrai corridor du centre.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Où est le local 214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où sont les toilettes de votre étage, avec deux repères.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toilettes sont au bout du corridor.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Elles sont en face de l'ascenseur.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Elles sont à côté de l'escalier.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Où est le local 214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