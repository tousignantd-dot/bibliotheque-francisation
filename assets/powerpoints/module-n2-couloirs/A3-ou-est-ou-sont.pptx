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courte et très parlée. Objectif : que chaque élève ait posé la question à voix haute au moins dix fois avant de sortir.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L'accueil est le premier endroit de tout bâtiment public. Faire dire que c'est là qu'on va quand on ne sait pas : c'est une stratégie, pas seulement un mot de vocabulaire.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Insister sur « les toilettes », toujours au pluriel en français, même quand il n'y a qu'une porte.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chercher d'autres endroits du vrai centre et les classer dans les deux colonnes.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structure que le jeu de rôle en ligne vérifie, et celle que la correction regarde en premier.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items, faits à l'oral d'abord. Faire ajouter « excusez-moi » devant chaque phrase au deuxième tour.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Quinze minutes, et personne ne reste assis. L'étape 3 n'a pas besoin d'être juste : les vraies réponses viennent au bloc B, avec le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Vérifier « est » et « sont » : c'est le seul point de langue de la séance, et il se corrige en une seconde.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A3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Où est… ? Où sont…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026668"/>
          </a:xfrm>
          <a:prstGeom prst="roundRect">
            <a:avLst>
              <a:gd name="adj" fmla="val 1425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414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Poser la question qui sert tous les jours, au singulier comme au pluriel.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Où est le local 214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reconnaitre six endroits du centre sur une photo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la question avec « où est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la question avec « où sont 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commencer par « excusez-moi » et finir par « merci ».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qu'on voit sur cette photo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comptoir-accuei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qu'il y a juste après la porte d'entrée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qui est-ce qu'on parle en premier, dans un centre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10362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421335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428650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lui demande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88950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999228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07238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est-ce qu'on commence la phrase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endroits à reconnaitre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197015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l'accueil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7159" y="2121408"/>
            <a:ext cx="808184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premier comptoir, juste après la porte d'entrée.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197015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secrétariat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7159" y="2778252"/>
            <a:ext cx="808184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bureau où on va pour son inscription et ses papiers.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197015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cafétéria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77159" y="3435096"/>
            <a:ext cx="808184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grande salle où on mange le midi.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197015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les toilettes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77159" y="4091939"/>
            <a:ext cx="808184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petite salle avec les lavabos, à chaque étage.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197015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casier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77159" y="4748784"/>
            <a:ext cx="808184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petite armoire de métal où on laisse son manteau.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197015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sortie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77159" y="5405628"/>
            <a:ext cx="808184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porte par où on quitte le bâtiment.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endroit, ou plusieurs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PARCE 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Où est la cafétéria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il y a une cafétéria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Où est le secrétariat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il y a un secrétariat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Où sont les toilettes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toujours au pluriel en français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Où sont les casiers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il y en a beaucoup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n'est pas le masculin ou le féminin qui décide : c'est le nombre.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EXCUSEZ-MOI, OÙ EST… ? MERCI BEAUCOUP.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temps, toujours les mêmes.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aborde avec «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excusez-moi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», on pose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une seule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question, on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remercie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. Deux questions à la fois donnent une réponse trop longue, dont on ne retient rien.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ORALE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Posez la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Est-ce que c'est « où est » ou « où sont »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local 214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toilettes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cafétéria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casiers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l'ascenseur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escaliers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Posez la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local 214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Où est le local 214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toilettes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Où sont les toilettes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cafétéria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Où est la cafétéria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casiers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Où sont les casiers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l'ascenseur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Où est l'ascenseur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escaliers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Où sont les escaliers 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EN CIRCULANT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Dix questions, dix personnes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Debout, chacun pose sa question à quelqu'un d'autre.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questions que vous poseriez demain, au centre, en français.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Excusez-moi, où est la cafétéria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Où sont les toilettes, s'il vous plait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Excusez-moi, où est le local 214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Où est le local 214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