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très parlée. Objectif : que chaque élève ait posé la question à voix haute au moins dix fois avant de sortir.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L'accueil est le premier endroit de tout bâtiment public. Faire dire que c'est là qu'on va quand on ne sait pas : c'est une stratégie, pas seulement un mot de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« les toilettes », toujours au pluriel en français, même quand il n'y a qu'une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d'autres endroits du vrai centre et les classer dans les deux colonnes.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structure que le jeu de rôle en ligne vérifie, et celle que la correction regarde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items, faits à l'oral d'abord. Faire ajouter « excusez-moi » devant chaque phrase au deuxième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minutes, et personne ne reste assis. L'étape 3 n'a pas besoin d'être juste : les vraies réponses viennent au bloc B, avec le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« est » et « sont » : c'est le seul point de langue de la séance, et il se corrige en une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est… ? Où sont…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Poser la question qui sert tous les jours, au singulier comme au pluriel.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reconnaitre six endroits du centre sur une photo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avec « où est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avec « où sont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commencer par « excusez-moi » et finir par « merci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voit sur cette photo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accu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juste après la porte d'entrée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est-ce qu'on parle en premier, dans un centre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lui demande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est-ce qu'on commence la phrase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endroits à reconnaitre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701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l'accueil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7159" y="2121408"/>
            <a:ext cx="80818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premier comptoir, juste après la porte d'entrée.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19701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secrétariat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7159" y="2778252"/>
            <a:ext cx="80818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bureau où on va pour son inscription et ses papiers.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19701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cafétéria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7159" y="3435096"/>
            <a:ext cx="80818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 salle où on mange le midi.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19701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toilettes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7159" y="4091939"/>
            <a:ext cx="80818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salle avec les lavabos, à chaque étage.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19701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casier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7159" y="4748784"/>
            <a:ext cx="80818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armoire de métal où on laisse son manteau.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19701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sortie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7159" y="5405628"/>
            <a:ext cx="80818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porte par où on quitte le bâtiment.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endroit, ou plusieurs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PARCE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 la cafétéria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y a une cafétéria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 le secrétariat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y a un secrétariat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sont les toilettes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toujours au pluriel en français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sont les casiers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y en a beaucoup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n'est pas le masculin ou le féminin qui décide : c'est le nombre.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EXCUSEZ-MOI, OÙ EST… ? MERCI BEAUCOUP.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toujours les mêmes.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aborde avec « &lt;b&gt;excusez-moi&lt;/b&gt; », on pose &lt;b&gt;une seule&lt;/b&gt; question, on &lt;b&gt;remercie&lt;/b&gt;. Deux questions à la fois donnent une réponse trop longue, dont on ne retient rien.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Est-ce que c'est « où est » ou « où sont »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toilettes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cafétéria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casiers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l'ascenseur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escaliers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est le local 214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toilettes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sont les toilettes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cafétéria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est la cafétéria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casiers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sont les casiers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l'ascenseur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est l'ascenseur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escaliers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sont les escaliers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EN CIRCULANT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 questions, dix personnes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Debout, chacun pose sa question à quelqu'un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questions que vous poseriez demain, au centre,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Excusez-moi, où est la cafétéria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 sont les toilettes, s'il vous plait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Excusez-moi, où est le local 214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