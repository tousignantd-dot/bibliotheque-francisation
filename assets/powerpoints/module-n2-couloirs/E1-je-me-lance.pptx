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que la moitié du temps se passe en production réelle : jeu de rôle, enregistrement, écriture. Les diapositives ne sont qu'un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piste ouvre toujours la séance : chacun se souvient de son premier matin. Noter au tableau ce que le groupe dit - c'est le plan de la production orale.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choses en trois répliques : l'étage, l'ascenseur, sa position. Faire compter par le groupe : c'est le plan de leur propre 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seule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Rappeler le vouvoiement : c'est ce que la correction en ligne regarde en premier.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L'élève y joue avec l'assistant, qui tient Gilles le concierge : une indication à la fois, l'étage puis le côté, et il répète sans s'impatienter.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Le vouvoiement doit tenir du début à la fin. Laisser recommencer autant de fois qu'il le faut : c'est le but du panneau d'enregistrement.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Le cadre est exactement celui du billet de sortie de C2 : ceux qui l'ont fait n'ont qu'à le reprendre et l'améliorer.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module. Demander au cours suivant qui l'a fait, et si la personne a trouvé : c'est la seule évaluation qui compte vraiment pour cette situation du programme.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Faire visiter le centre à une personne qui arrive, puis lui écrire où est son local.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Où est le local 214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à quel étage est un local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indiquer le chemin en deux phrases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nommer deux repères utiles du centre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de trois à cinq phrases pour dire où est un local.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Une personne arrive au centre. Qu'est-ce qu'elle ne sait pas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omptoir-accuei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ne saviez pas, votre premier matin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vous auriez voulu qu'on vous dise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Combien de temps avez-vous cherché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88950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99922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07238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Qui vous a aidé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Bienvenue au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comptez ce que Soraya a réussi à expliquer.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AMINA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7047" y="23225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Bonjour. C'est ma première journée ici.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SORAYA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7047" y="29829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Bienvenue ! Vous cherchez quel local 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AMINA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87047" y="36433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212.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SORAYA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7047" y="4303775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Au deuxième étage. Comme moi.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AMINA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7047" y="49641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y a un ascenseur ?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35435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SORAYA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7047" y="5624576"/>
            <a:ext cx="8789079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Oui, au milieu du corridor, à côté de l'escalier.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932176"/>
          </a:xfrm>
          <a:prstGeom prst="roundRect">
            <a:avLst>
              <a:gd name="adj" fmla="val 498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Excusez-moi, où est…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A3 - la question qui ouvre les portes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736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0169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214, c'est au deuxième étage.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0169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B2 - le premier chiffre dit l'étage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en face de l'ascenseur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C1 - dire où c'est, exactement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Prenez l'escalier, puis à droite.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1" i="0">
                <a:solidFill>
                  <a:srgbClr val="0D7A6F"/>
                </a:solidFill>
                <a:latin typeface="Verdana"/>
              </a:rPr>
              <a:t>C2 - indiquer le chemin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98043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23646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Rien de neuf dans cette colonne : le module entier tient en quatre lignes.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EXPLIQUER, C'EST DIRE UNE CHOSE À LA FOIS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phrases courtes valent mieux qu'une longue.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Votre local, c'est le 214. C'est au deuxième étage. Prenez l'escalier, au milieu du corridor. Les toilettes sont en face de l'ascenseur. » Quatre phrases, quatre renseignements, et la personne a tout ce qu'il lui faut.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Je cherche le local 214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votre première journée. Sur votre feuille, un numéro : 214.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Les casiers et les toilettes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C'est la pause. Vous cherchez la salle des casiers, et les toilettes.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C'est moi qui explique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personne arrive et cherche le secrétariat. Cette fois, vous savez.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100" b="1" i="0">
                <a:solidFill>
                  <a:srgbClr val="17181A"/>
                </a:solidFill>
                <a:latin typeface="Verdana"/>
              </a:rPr>
              <a:t>Faites visiter le centre à une personne qui arrive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où est votre local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trois à cinq phrases, pour une personne qui arrive demain.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Où est le local 214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Cette semaine, indiquez un chemin à quelqu'un, en français, dans le vrai centre.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C'est au deuxième étage.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l'escalier, puis à droite.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Les toilettes sont en face de l'ascenseur.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Où est le local 214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