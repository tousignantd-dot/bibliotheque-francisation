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séance. Prévoir que la moitié du temps se passe en production réelle : jeu de rôle, enregistrement, écriture. Les diapositives ne sont qu'un cadre.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ouvre toujours la séance : chacun se souvient de son premier matin. Noter au tableau ce que le groupe dit - c'est le plan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en trois répliques : l'étage, l'ascenseur, sa position. Faire compter par le groupe : c'est le plan de leur propre 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sert de révision de tout le module en une seule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le vouvoiement : c'est ce que la correction en ligne regarde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trois situations du jeu de rôle en ligne. L'élève y joue avec l'assistant, qui tient Gilles le concierge : une indication à la fois, l'étage puis le côté, et il répète sans s'impatienter.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vouvoiement doit tenir du début à la fin. Laisser recommencer autant de fois qu'il le faut : c'est le but du panneau d'enregistrement.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 cadre est exactement celui du billet de sortie de C2 : ceux qui l'ont fait n'ont qu'à le reprendre et l'améliorer.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au cours suivant qui l'a fait, et si la personne a trouvé : c'est la seule évaluation qui compte vraiment pour cette situation du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Faire visiter le centre à une personne qui arrive, puis lui écrire où est son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à quel étage est un local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indiquer le chemin en deux phrases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deux repères utiles du centre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de trois à cinq phrases pour dire où est un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personne arrive au centre. Qu'est-ce qu'elle ne sait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toir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ne saviez pas, votre premier matin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auriez voulu qu'on vous dise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 cherché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vous a aidé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Bienvenue au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comptez ce que Soraya a réussi à expliquer.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Bonjour. C'est ma première journée ici.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SORAYA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29829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Bienvenue ! Vous cherchez quel local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6433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212.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SORAYA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303775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deuxième étage. Comme moi.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AMINA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7047" y="49641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 ascenseur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SORAYA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7047" y="5624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Oui, au milieu du corridor, à côté de l'escalier.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revient de tout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VU 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Excusez-moi, où est…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A3 - la question qui ouvre les portes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214, c'est au deuxième étage.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B2 - le premier chiffre dit l'étage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en face de l'ascenseur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C1 - dire où c'est, exactement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Prenez l'escalier, puis à droite.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C2 - indiquer le chemin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Rien de neuf dans cette colonne : le module entier tient en quatre lignes.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EXPLIQUER, C'EST DIRE UNE CHOSE À LA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courtes valent mieux qu'une longue.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Votre local, c'est le 214. C'est au deuxième étage. Prenez l'escalier, au milieu du corridor. Les toilettes sont en face de l'ascenseur. » Quatre phrases, quatre renseignements, et la personne a tout ce qu'il lui faut.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 POUR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cherche le local 214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votre première journée. Sur votre feuille, un numéro : 214.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casiers et les toilettes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la pause. Vous cherchez la salle des casiers, et les toilettes.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C'est moi qui explique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personne arrive et cherche le secrétariat. Cette fois, vous savez.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Faites visiter le centre à une personne qui arrive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temps. Enregistrez-vous, écoutez-vous, recommencez.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où est votre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trois à cinq phrases, pour une personne qui arrive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écrire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Cette semaine, indiquez un chemin à quelqu'un, en français, dans le vrai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au deuxième étage.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l'escalier, puis à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toilettes sont en face de l'ascenseur.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