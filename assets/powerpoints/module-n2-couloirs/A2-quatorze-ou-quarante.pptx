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d'oreille. Prévoir beaucoup d'écoute et peu de lecture. Le tableau sert à écrire les chiffres, pas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paire deux fois, sans rien écrire au tableau. La quatrième piste amène la réponse du module : on répète le numéro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la colonne de gauche et dire celle de droite : c'est l'exercice, en une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compter le groupe de un à vingt, en chœur puis un par un, trois fois dans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versions, la fausse d'abord, la juste ensuite. Le groupe rit, et il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nombres, dits lentement, deux fois chacun. Les mains levées disent tout de suite qui suit et qui devine.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dialogue met en scène l'erreur au lieu de l'expliquer. Demander au groupe à quel moment exact Soraya se trompe.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2 est le cœur : c'est la stratégie que le module installe, et elle sert bien au-delà du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Corriger l'orthographe sans insister : ce qui compte aujourd'hui, c'est que le nombre entendu soit le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Quatorze ou quarante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Entendre la différence entre les nombres qui se ressemblent, et dire un numéro de local sans se tromper.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compter de un à vingt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deux et douze, trois et treize, quatre et quatorze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quatorze et quarante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 numéro de local pour le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numéro est-ce que vous entendez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scenseur-po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Deux, ou douze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Quatre, ou quatorze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Quatorze, ou quarante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on fait pour être sûr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paires à ne plus confondre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AVANT 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douze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treize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quatorze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seize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grands nombres finissent presque tous sur le son « z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ONZE, DOUZE, TREIZE, QUATORZE, QUINZE, SEIZE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ne sont pas « dix et quelque chose » : ce sont des mots à 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élève qui construit « deux-ze » pour douze ne sera jamais compris. Ces six nombres s'apprennent par cœur, comme six mots de vocabulaire. À partir de &lt;b&gt;dix-sept&lt;/b&gt;, la règle change et le nombre se construit vraiment.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quaranze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quatorze, ou quarante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Quator&lt;b&gt;ze&lt;/b&gt; est 14, quaran&lt;b&gt;te&lt;/b&gt; est 40, et le mot « quaranze » n'existe pas. Au Centre Bellevue, le 214 existe et le 240 n'existe pas : c'est exactement l'erreur que Soraya fait, et elle monte un étage pour rien.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dix, ou après dix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nombre et levez la main si c'est un grand nombre.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douze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dix, ou après dix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avant dix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douze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dix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avant dix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avant dix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dix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avant dix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seize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local qui n'existe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où est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3B49A0"/>
                </a:solidFill>
                <a:latin typeface="Verdana"/>
              </a:rPr>
              <a:t>SORAYA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Monsieur, le 240, c'est où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3B49A0"/>
                </a:solidFill>
                <a:latin typeface="Verdana"/>
              </a:rPr>
              <a:t>GILLES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0718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240 ? Il n'y a pas de 240 ici.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3B49A0"/>
                </a:solidFill>
                <a:latin typeface="Verdana"/>
              </a:rPr>
              <a:t>SORAYA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8211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Ah… Sur ma feuille, c'est écrit 214.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3B49A0"/>
                </a:solidFill>
                <a:latin typeface="Verdana"/>
              </a:rPr>
              <a:t>GILLES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5704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la fin du mot : quatorze, quarante.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des numéros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élève dit, l'autre écrit.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lettres les quatre nombres que vous entendez le plus souvent au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quatorze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douze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quinze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huit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