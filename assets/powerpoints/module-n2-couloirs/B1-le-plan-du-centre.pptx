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Deuxième bloc. Apporter une copie papier du vrai plan du centre, une par élève : la séance se termine dessus.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piste est celle qui compte : un plan ne se lit pas ligne par ligne. On cherche d'abord son étage, ensuite son endroit.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répliques, et une règle découverte par l'élève elle-même. Ne pas donner la règle : la faire formuler par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photographier, et la plus importante du bloc. La laisser affichée pendant tout l'exercice qui suit.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trois repères se retrouvent partout dans le bâtiment : les apprendre une fois sert à tous les étages.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montrer avec le doigt sur le plan projeté, lentement, deux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énoncés, faits d'abord seul, puis corrigés à deux devant le plan. C'est l'exercice de compréhension écrite du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L'étape 4 vaut toutes les autres : beaucoup d'élèves passent devant ce panneau depuis des semaines sans l'avoir regardé.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Il prépare directement la séance B2, où le numéro seul suffira à répondre.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B1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plan du centre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Lire le plan affiché près de l'accueil et y trouver un endroit sans demander à personne.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Où est le local 214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reconnaitre ce qu'est un plan d'établissement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un étage sur un plan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trouver un endroit à partir de son nom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répondre par vrai ou faux à des questions sur un plan.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que ce panneau au mur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omptoir-accue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est-ce qu'on trouve ce genre de panneau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qu'il montre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lit un plan comme on lit une lettre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821944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cherche en premier, sur un plan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Vincent montre le plan à Soraya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fois, puis dites ce que Soraya vient de comprendre.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61230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SORAYA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3918" y="2322576"/>
            <a:ext cx="8682208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Vincent, c'est quoi, ce grand papier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18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2982976"/>
            <a:ext cx="1461230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VINCENT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93918" y="2982976"/>
            <a:ext cx="8682208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le plan du centre. Regarde.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8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643376"/>
            <a:ext cx="1461230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SORAYA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93918" y="3643376"/>
            <a:ext cx="8682208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trois étages.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39183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303775"/>
            <a:ext cx="1461230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VINCENT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3918" y="4303775"/>
            <a:ext cx="8682208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Oui. Et le premier chiffre dit l'étage.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995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4964176"/>
            <a:ext cx="1461230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SORAYA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93918" y="4964176"/>
            <a:ext cx="8682208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Alors le 214, c'est au deuxième étage 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59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" y="5624576"/>
            <a:ext cx="1461230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1D6B8F"/>
                </a:solidFill>
                <a:latin typeface="Verdana"/>
              </a:rPr>
              <a:t>VINCENT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93918" y="5624576"/>
            <a:ext cx="8682208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ça. Et le 108, c'est au premier.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LECTURE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PLAN DU CENTRE BELLEVUE - les trois étages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ÉTAGE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TROUVE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Rez-de-chaussée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l'accueil (001), le secrétariat (005)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Rez-de-chaussée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cafétéria (012), les casiers (015)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Premier étage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bibliothèque (108), les locaux 110 à 118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Deuxième étage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locaux 210 à 218, le 214 au bout à droite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LECTURE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PLAN DU CENTRE BELLEVUE - les repères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REPÈRE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OÙ IL 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Escalier et ascenseur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au milieu du corridor, à chaque étage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Toilettes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à chaque étage, en face de l'ascenseur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Sortie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à côté de l'accueil, au rez-de-chaussée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même plan est dans le bandeau noir de l'exercice 3, en ligne.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ON CHERCHE L'ÉTAGE AVANT DE CHERCHER LA PORTE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gestes, dans cet ordre, et jamais l'inverse.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plan de bâtiment est fait d'&lt;b&gt;étages&lt;/b&gt;. On repère d'abord le sien, puis on cherche son endroit à l'intérieur. Chercher un numéro dans tout le plan à la fois est le meilleur moyen de ne pas le trouver.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faux, d'après le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en regardant le plan de la diapositive précédente.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secrétariat est au rez-de-chaussée.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bibliothèque est au deuxième étage.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des toilettes à chaque étage.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L'escalier est au bout du corridor.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local 214 est au bout du corridor, à droite.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sortie est à côté de l'accueil.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faux, d'après le plan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secrétariat est au rez-de-chaussée.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bibliothèque est au deuxième étage.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elle est au premier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des toilettes à chaque étage.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L'escalier est au bout du corridor.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il est au milieu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local 214 est au bout du corridor, à droite.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sortie est à côté de l'accueil.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SUR LE VRAI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plan de notre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Avec la copie papier distribuée au début de la séance.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à quel étage sont trois endroits de notre centre.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Mon local : au deuxième étage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Les toilettes : au deuxième étage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La cafétéria : au rez-de-chaussée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B1 · Où est le local 214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