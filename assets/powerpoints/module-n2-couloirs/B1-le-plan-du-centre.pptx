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bloc. Apporter une copie papier du vrai plan du centre, une par élève : la séance se termine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celle qui compte : un plan ne se lit pas ligne par ligne. On cherche d'abord son étage, ensuite son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répliques, et une règle découverte par l'élève elle-même. Ne pas donner la règle : la faire formuler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la plus importante du bloc. La laisser affichée pendant tout l'exercice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repères se retrouvent partout dans le bâtiment : les apprendre une fois sert à tous les étages.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montrer avec le doigt sur le plan projeté, lentement,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énoncés, faits d'abord seul, puis corrigés à deux devant le plan. C'est l'exercice de compréhension écrite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4 vaut toutes les autres : beaucoup d'élèves passent devant ce panneau depuis des semaines sans l'avoir regardé.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directement la séance B2, où le numéro seul suffira à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plan du centre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le plan affiché près de l'accueil et y trouver un endroit sans demander à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reconnaitre ce qu'est un plan d'établissement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 étage sur un plan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 endroit à partir de son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par vrai ou faux à des questions sur un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panneau au mur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qu'on trouve ce genre de panneau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montre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lit un plan comme on lit une lettre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cherche en premier, sur un plan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Vincent montre le plan à Soraya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puis dites ce que Soraya vient de comprendre.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3918" y="2322576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Vincent, c'est quoi, ce grand papier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3918" y="2982976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plan du centre. Regarde.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3643376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trois étages.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3918" y="4303775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Oui. Et le premier chiffre dit l'étage.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3918" y="4964176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le 214, c'est au deuxième étage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46123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3918" y="5624576"/>
            <a:ext cx="868220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ça. Et le 108, c'est au premier.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PLAN DU CENTRE BELLEVUE - les trois étages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Rez-de-chaussée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l'accueil (001), le secrétariat (005)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Rez-de-chaussée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cafétéria (012), les casiers (015)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Premier étage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bibliothèque (108), les locaux 110 à 118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Deuxième étage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locaux 210 à 218, le 214 au bout à droite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PLAN DU CENTRE BELLEVUE - les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REPÈRE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Escalier et ascenseur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 milieu du corridor, à chaque étage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Toilettes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chaque étage, en face de l'ascenseur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Sortie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côté de l'accueil, au rez-de-chaussée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même plan est dans le bandeau noir de l'exercice 3, en ligne.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CHERCHE L'ÉTAGE AVANT DE CHERCHER LA PORTE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gestes, dans cet ordre, et jamais l'inverse.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plan de bâtiment est fait d'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étages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On repère d'abord le sien, puis on cherche son endroit à l'intérieur. Chercher un numéro dans tout le plan à la fois est le meilleur moyen de ne pas le trouver.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en regardant le plan de la diapositive précédente.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est au rez-de-chaussée.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bibliothèque est au deuxième étage.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toilettes à chaque étage.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est au bout du corridor.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214 est au bout du corridor, à droite.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est à côté de l'accueil.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est au rez-de-chaussée.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bibliothèque est au deuxième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au premier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toilettes à chaque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L'escalier est au bout du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est au milieu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214 est au bout du corridor,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est à côté de l'accueil.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SUR LE VRAI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de notre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la copie papier distribuée au début de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à quel étage sont trois endroits de notre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local : au deuxième étage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toilettes : au deuxième étage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cafétéria : au rez-de-chaussée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