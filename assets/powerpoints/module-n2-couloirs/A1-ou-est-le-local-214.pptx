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sans diapositive : demander à chacun le numéro de son local. Ceux qui ne le savent pas sont exactement ceux pour qui le module est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le mot « corridor » avant de le donner. La quatrième piste est la vraie : beaucoup d'élèves ne connaissent pas le numéro de leur propre local, et le découvrent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Insister sur la troisième réplique : Soraya répète ce qu'elle a entendu. C'est le comportement que le module veut installer, plus encore que le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répliques, et une personne perdue qui ne l'est plus. Faire remarquer que Soraya ne s'excuse pas d'avoir demandé : elle remercie.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les quatre lignes à deux, debout, avant de passer au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mot avec son article : l'article s'apprend avec le mot, jamais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par chaque élève, un par un, à voix haute. C'est la phrase la plus utile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seulement. Les faire d'abord à l'oral, en groupe, avant de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séance la plus utile du module se passe hors de la classe. Prévenir le secrétariat avant. L'étape 4 révèle qui est encore perdu.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l'article avec le mot : c'est là qu'il s'apprend, et le corriger plus tard coûte trois fois plus 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est le local 214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Nommer les endroits du centre et poser la première question du premier matin.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Où est le local 214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six endroits du centre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reconnaitre un numéro de local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où est un endroit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une indication pour vérifier.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que cette photo a été prise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rridor-e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des deux côtés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on appelle ce long passage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sur chaque porte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Vous, votre local, c'est quel numéro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premier matin de Soraya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SORAYA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Excusez-moi, je cherche le local 214.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7047" y="30718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Le 214, c'est au deuxième étage.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SORAYA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047" y="3821175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deuxième étage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7047" y="4570475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Prenez l'escalier, là, au milieu du corridor.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L'escalier ou l'ascenseur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SORAYA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L'escalier ou l'ascenseur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6512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montent. L'ascenseur est juste à côté.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SORAYA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3400551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beaucoup, monsieur.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4149851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Bonne journée ! Et bienvenue au centre.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Ce que demande Soraya, ce que répond Gilles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SORAYA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GILLES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cherche le local 214.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C'est au deuxième étage.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deuxième étage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Oui.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L'escalier ou l'ascenseur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deux montent.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beaucoup, monsieur.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Bonne journée 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Gilles donne une seule chose à la fois : l'étage, puis le chemin.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endroits du centre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717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corridor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8778" y="2121408"/>
            <a:ext cx="80802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long passage étroit qui va d'une porte à l'autre.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9717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8778" y="3106674"/>
            <a:ext cx="80802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niveau du bâtiment : on monte pour y aller.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9717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escalier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8778" y="4091939"/>
            <a:ext cx="80802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marches qu'on monte pour changer d'étage.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9717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ascenseur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8778" y="5077205"/>
            <a:ext cx="80802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pièce qui monte et qui descend toute seule.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EXCUSEZ-MOI, OÙ EST… ?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qui ouvrent toutes les portes du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commence par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excusez-moi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», puis on pose la question, puis on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remercie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Trois temps, toujours les mêmes. Personne ne se fâche jamais d'avoir été dérangé pour 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Soraya cherche le local 214.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 est au rez-de-chaussée.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Gilles montre l'escalier à Soraya.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d'ascenseur dans le centre.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Soraya cherche le local 214.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 est au rez-de-chaussée.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il est au deuxième étage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Gilles montre l'escalier à Soraya.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d'ascenseur dans le centre.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il est à côté de l'escalier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DANS LE VRAI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Sortez de la classe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 minutes, debout, dans le bâtiment.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numéro de votre local et le nom de trois endroits du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local : le 214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corridor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escalier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ascenseur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Où est le local 214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