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 : on passe du logement privé aux parties communes. Faire remarquer le changement d'échelle — ici, le problème touche plusieurs personnes à la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volontairement ouverte. La réponse — c'est une partie commune et une sortie de secours — arrive avec le dialogue. Ne pas la donner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les deux premières phrases de Samir : « je peux vous parler deux minutes ? » puis « je comprends très bien ». Il ouvre et il reconnaît le point de vue de l'autre AVANT d'exposer le problème. C'est la clé de toute la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Depuis que vous avez ajouté le troisième vélo » — c'est exactement la structure de la séance B3. Le signaler au passage : le groupe la reconnaît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structures de ce bloc apparaissent ici : « avant d'occuper » (séance C2) et « faire attribuer par » (séance C3). Les nommer sans les enseigner encore.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le vrai enseignement de la séance : parler d'abord évite l'escalade. Relier aux trois marches de la séance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points structurent aussi la séance D2. Y revenir alors.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sécurité. Le dire clairement : c'est une obligation légale, pas une préférence du concierge.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le groupe avant d'afficher la correction. Laisser du silence : les élèves lisent plus lentement qu'on ne le croit.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sixième énoncé est celui qui trompe le plus : le groupe entend un reproche et conclut à une interdiction. Faire relire la réplique.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Gagne-pain » est une expression imagée : le faire deviner avant de donner la définition.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billets alimentent la séance C2 et surtout la séance D1, où on classera les situations inacceptables.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Samir monte au troisième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vélos dans le corridor, de la graisse sur le plancher, une porte qui n'ouvre plus au complet. Le concierge vient en parler au locataire du 3A — et l'affaire se règle sans lettre et sans conflit.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conversation entre un concierge et un locataire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qu'est une partie commune et ce qu'on n'a pas le droit d'y faire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négociation réussie : chacun obtient quelque chose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51338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2161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vocabulaire de l'immeuble : encombrer, sortie de secours,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AVANT D'ÉCOUTER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appartient le corridor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ord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peux laisser mes affaires devant ma porte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personne ne s'en plaint, est-ce que c'est permis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décide de ce qu'on met dans un corridor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un corridor doit-il rester libre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concierge ouvre la 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 Repérez comment Samir commence.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3275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0217" y="2322576"/>
            <a:ext cx="78159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Jean-Philippe, je peux vous parler deux minutes ? C'est au sujet du corridor du troisième.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23275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JEAN-PHILIPPE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0217" y="3409696"/>
            <a:ext cx="78159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 vélos, je suppose. Il y en a trois, je sais. Mais mon logement fait deux pièces et demie, je n'ai aucun rangement.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32224"/>
            <a:ext cx="11057839" cy="1680464"/>
          </a:xfrm>
          <a:prstGeom prst="roundRect">
            <a:avLst>
              <a:gd name="adj" fmla="val 870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96816"/>
            <a:ext cx="2327529" cy="1406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0217" y="4496816"/>
            <a:ext cx="7815910" cy="1406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comprends très bien. Seulement, ce n'est plus une question de place. Les voisins du 3B se plaignent depuis un mois : il y a de la graisse sur le plancher et leurs enfants marchent dedans.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faits, un par 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23275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JEAN-PHILIPPE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0217" y="1901952"/>
            <a:ext cx="78159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graisse ? Je fais pourtant mes réparations sur un grand carton.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244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232752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0217" y="2989072"/>
            <a:ext cx="781591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carton glisse quand on ouvre la porte. Et depuis que vous avez ajouté le troisième vélo, la porte du local à ordures n'ouvre plus au complet.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414012"/>
            <a:ext cx="23275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JEAN-PHILIPPE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0217" y="4414012"/>
            <a:ext cx="78159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ça, je ne l'avais pas remarqué. Vous savez, ces vélos-là, c'est mon gagne-pain : je les répare le soir et je les revends.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règle, énoncée sans accuser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32752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0217" y="1901952"/>
            <a:ext cx="781591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Personne ne vous demande d'arrêter. Mais avant d'occuper une partie commune, il faut me le demander : ce corridor est une sortie de secours, je dois le garder libre.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26892"/>
            <a:ext cx="23275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JEAN-PHILIPPE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0217" y="3326892"/>
            <a:ext cx="78159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proposez, d'abord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1160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232752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0217" y="4076191"/>
            <a:ext cx="781591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reste deux cases vides au sous-sol. Je peux vous en faire attribuer une par la propriétaire, sans frais, si vous descendez vos vélos avant vendredi.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L'entente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23275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JEAN-PHILIPPE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0217" y="1901952"/>
            <a:ext cx="78159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les taches sur le plancher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232752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0217" y="2651252"/>
            <a:ext cx="781591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avoir descendu les vélos, vous lavez le plancher avec un dégraissant. Sinon, je vais devoir le faire nettoyer par la compagnie d'entretien, et là, c'est facturé au locataire.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23275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JEAN-PHILIPPE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0217" y="4076191"/>
            <a:ext cx="78159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Bon. Je fais ça jeudi soir en revenant de l'atelier. Merci d'être venu m'en parler au lieu d'écrire une lettre.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cette conversation fonctionne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Samir reconnaît le point de vue de l'autre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comprends très bien. » Il ne commence pas par la règle : il commence par montrer qu'il a entendu le problème de logement de Jean-Philippe.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Il donne des faits, pas des jugements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la graisse sur le plancher, des enfants qui marchent dedans, une porte qui n'ouvre plus. Il ne dit jamais « vous êtes désordonné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Il propose une solution concrète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case au sous-sol, sans frais, avec une date. La solution vient avec la demande — ce n'est pas un simple reproche.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Il annonce la conséquence, sans menacer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Sinon, c'est facturé au locataire. » C'est une information, dite calmement, pas un chantage.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NOTION CLÉ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01824"/>
          </a:xfrm>
          <a:prstGeom prst="roundRect">
            <a:avLst>
              <a:gd name="adj" fmla="val 609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57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Une partie commune n'appartient à personne en particulier — et un corridor est aussi une sortie de secours.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01440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175760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Corridors, escaliers, entrées, local à ordures, stationnement, buanderie : ce sont des espaces partagés. On n'y range rien sans demander. La raison n'est pas seulement la politesse : en cas d'incendie, ces espaces doivent rester libres.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 nouveau le dialogue,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Jean-Philippe garde quatre vélos dans le corridor.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logement est trop petit pour ranger ses vélos.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voisins se plaignent depuis une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Jean-Philippe travaille sur un carton pour protéger le plancher.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Jean-Philippe garde quatre vélos dans le corridor.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trois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logement est trop petit pour ranger ses vélos.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 — deux pièces et demie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voisins se plaignent depuis une semaine.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depuis un mois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Jean-Philippe travaille sur un carton pour protéger le plancher.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Même consigne.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corridor sert aussi de sortie de secours.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Samir exige que Jean-Philippe cesse de réparer des vélos.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case au sous-sol sera louée trente dollars par mois.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le plancher n'est pas lavé, le nettoyage sera facturé au locataire.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corridor sert aussi de sortie de secours.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Samir exige que Jean-Philippe cesse de réparer des vélos.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« personne ne vous demande d'arrêter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case au sous-sol sera louée trente dollars par mois.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sans frais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le plancher n'est pas lavé, le nettoyage sera facturé au locataire.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l'immeuble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003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partie commune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395" y="2121408"/>
            <a:ext cx="695161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espace de l'immeuble partagé par tous les locataires.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1003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encombrer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7395" y="2778252"/>
            <a:ext cx="695161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Occuper une place et gêner le passage.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1003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sortie de secours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7395" y="3435096"/>
            <a:ext cx="695161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chemin à garder libre pour évacuer en cas d'incendie.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1003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7395" y="4091939"/>
            <a:ext cx="695161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Un espace de rangement attribué à un logement, souvent au sous-sol.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1003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dégraissant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7395" y="4748784"/>
            <a:ext cx="695161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produit fort qui enlève l'huile et la graisse.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1003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gagne-pain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7395" y="5405628"/>
            <a:ext cx="695161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permet à quelqu'un de gagner sa vie.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une partie commune de votre immeuble et un problème qu'on y trouve.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une phrase, avec un fait précis — pas un jugement sur une personne.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Dans la buanderie, les machines restent pleines toute la journée.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