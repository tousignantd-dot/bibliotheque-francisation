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9. Ne pas encore expliquer le vocabulaire : la séance commence par une situation, pas par une liste de mots. Écrire au tableau : 4B, dernier étage, six logements.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objectif à voix haute. Dire au groupe qu'on y reviendra à la fin, sur le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de discussion libre, en grand groupe. Ne rien corriger encore. Noter au tableau les mots que le groupe utilise — on y reviendra à la diapo du vocabulaire pour comparer avec les mots 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quatrième carte : beaucoup d'élèves reconnaîtront cette hésitation. Demander : « qui a déjà attendu avant d'appeler son propriétaire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module (section « Je me prépare ») avant d'afficher le texte. Les deux répliques teintées portent l'essentiel : elle décrit précisément, il fait vérifier avant d'appeler.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Vocabulaire à expliquer ici : le panneau électrique, le disjoncteur, « arrêté au milieu ». Faire mimer le geste avec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Faire reformuler la phrase de Bertrand par un élève, dans ses mots : le chauffage fait partie de ce qu'on paie.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 : « un calorifère », jamais « calorifère ». L'article fait partie du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Infiltration » et « moisissure » reviendront à toutes les séances du bloc B. Les écrire au tableau et les 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Se plaindre » sera repris au complet à la séance D2. Ici, on installe seulement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de la carte blanche par deux élèves différents.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la colonne de gauche comme une faute de langue — c'est une phrase juste, mais inefficace. La nuance compte pour des adultes.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copier ces quatre points dans le cahier. C'est la seule chose de la séance que les élèves doivent avoir par écrit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main levée avant d'afficher la correction. Redemander l'audio si le groupe hésite sur trois énoncés ou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l'article dans la réponse. « Infiltration » seul ne compte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servent de point de départ à la séance A4, où on classera ces problèmes par type et par 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problème dans mon logement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Oksana loue le 4B, au dernier étage d'un immeuble de six logements. Il fait quatorze degrés dans son salon et le calorifère reste froid. Que faire avant d'appeler la propriétaire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problème de mon logement avec le mot précis, pas avec « il y a un problème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depuis quand le problème dure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je dois vérifier moi-même avant de téléphoner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je dois noter pour garder une trace de ma demande.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Que voyez-vous ? Qu'est-ce que vous feriez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au plafond,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grave ? Est-ce que ça peut attendre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faut-il appeler : le concierge ou la propriétaire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diriez au téléphone, en une phrase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d'Oksana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Où elle habite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4B, le dernier étage d'un immeuble privé de six logements. La propriétaire s'appelle madame Rioux.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ne va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quatorze degrés dans le salon. Le calorifère est resté froid toute la nuit, même avec le thermostat à vingt-deux.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Qui elle appelle en premier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Bertrand, un ami. Pas encore la propriétaire — elle veut d'abord comprendre ce qui se passe.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l'arrête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n'aime pas déranger les gens. C'est une hésitation très courante, et c'est justement le sujet de la séance.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fait quatorze degrés au 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1663" y="2322576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Bertrand, il fait quatorze degrés chez moi. Le calorifère du salon est resté froid toute la nuit.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03016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63" y="3303016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Quatorze ? En novembre, c'est beaucoup trop bas. Est-ce que les autres pièces chauffent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283456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663" y="4283456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cuisine et la chambre, oui. C'est seulement celui du salon qui ne réagit plus, même quand je monte le thermostat à vingt-deux.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63895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1663" y="5263895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d'appeler ta propriétaire, descends au panneau électrique. Cherche un disjoncteur qui n'est pas dans le même sens que les autres.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Vérifier soi-même, d'abord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663" y="1901952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Attends, je regarde… Oui, il y en a un qui est arrêté au milieu.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70897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63" y="2651252"/>
            <a:ext cx="843446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Pousse-le à fond vers « arrêt », puis ramène-le vers « marche ». S'il retombe tout de suite, ne le touche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8371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63" y="3738371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vient de retomber. Deux fois.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70897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663" y="4487672"/>
            <a:ext cx="843446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ce n'est pas le thermostat, c'est le circuit. Tu appelles madame Rioux aujourd'hui, pas la semaine prochaine.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déranger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663" y="1901952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n'aime pas déranger les gens pour ça.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70897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63" y="2651252"/>
            <a:ext cx="843446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ne déranges personne : le chauffage fait partie du logement que tu paies. Prends une photo de ton thermomètre avec la date, et note l'heure de ton appel.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76191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63" y="4076191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noter tout ça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825492"/>
            <a:ext cx="170897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663" y="4825492"/>
            <a:ext cx="843446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si elle tarde, tes notes deviennent ta preuve. Et ne t'en fais pas : dans neuf cas sur dix, ça se règle en un coup de fil.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logement et ses appareils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calorifère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9232" y="2121408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fixé au mur qui chauffe une pièce.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disjoncteur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232" y="2909620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L'interrupteur du panneau électrique qui coupe le courant en cas de danger.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chauffage d'appoint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9232" y="3697833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petit appareil de chauffage qu'on ajoute temporairement.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232" y="4486046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contrat signé entre le locataire et le propriétaire.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partie commune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9232" y="5274259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espace de l'immeuble partagé par tous les locataires.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abîme un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infiltration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950" y="2121408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l'eau qui entre par le toit ou par un mur.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moisissure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950" y="2909620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taches noires ou vertes causées par l'humidité.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l'insalubrité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1950" y="3697833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L'état d'un logement malpropre ou dangereux pour la santé.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l'ampleur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1950" y="4486046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grandeur, l'importance d'un problème.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encombrer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1950" y="5274259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Occuper une place et gêner le passage.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Demander, et garder une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plaindre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395" y="2121408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Dire qu'on n'accepte plus une situation et demander qu'elle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7395" y="2909620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lettre ou un courriel qui garde une trace d'une demande.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recours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395" y="3697833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moyen légal de faire régler un problème qui traîne.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sortie de secours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7395" y="4486046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à garder libre pour évacuer en cas d'incendie.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couvreur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395" y="5274259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répare les toitures.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problème nommé précisément se règle deux fois plus vite qu'un problème décrit vaguement.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un problème dans mon salon » peut vouloir dire dix choses. « Le calorifère du salon ne chauffe plus depuis avant-hier, il fait quatorze degrés » dit tout en une phrase : l'appareil, la pièce, depuis quand, et à quel point c'est grave.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NOMMER 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il y a un problème chez moi.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calorifère du salon ne chauffe plus depuis avant-hier.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phrases sont grammaticalement correctes. Seule la deuxième permet à la propriétaire de savoir qui appeler et à quel point c'est urgent. Une phrase précise n'est pas une phrase impolie : c'est une phrase utile.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DE TÉLÉPHONER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choses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 · Je vérifie ce que je peux vérifier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944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électrique, le thermostat, le robinet d'arrêt. Sans jamais toucher à ce qui est dangereux : un disjoncteur qui retombe deux fois, on n'y touche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 · Je mesure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0944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nombre de degrés, la grandeur de la tache, le nombre de jours. Un chiffre vaut dix adjectifs.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 · Je photographie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2686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thermomètre, la tache, le dégât — avec la date visible. La photo montre l'ampleur mieux qu'une description.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4 · Je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2686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et l'heure de mon appel, le nom de la personne à qui j'ai parlé, ce qui a été promis. Si la réparation tarde, ces notes deviennent ma preuve.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Toutes les pièces du logement sont froides.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a monté son thermostat jusqu'à vingt-deux degrés.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lui conseille d'appeler la propriétaire avant de vérifier quoi que ce soit.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est retombé deux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pense que le problème vient du thermostat.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conseille de photographier son thermomètre avec la date.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Toutes les pièces du logement sont froides.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seul le salon.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a monté son thermostat jusqu'à vingt-deux degrés.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lui conseille d'appeler la propriétaire avant de vérifier quoi que ce soit.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fait vérifier d'abord.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est retombé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pense que le problème vient du thermostat.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du circuit.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conseille de photographier son thermomètre avec la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 mot du vocabulaire correspond à chaque définition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l'eau qui entre par le toit ou par un mur.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L'interrupteur qui coupe le courant en cas de danger.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grandeur, l'importance d'un problème.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espace partagé par tous les locataires.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signé entre le locataire et le propriétaire.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répare les toitures.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l'eau qui entre par le toit ou par un mur.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infiltration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L'interrupteur qui coupe le courant en cas de danger.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disjoncteur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grandeur, l'importance d'un problème.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l'ampleur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espace partagé par tous les locataires.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partie commune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signé entre le locataire et le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répare les toitures.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couvreur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un problème de votre logement en une seule phrase précise.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Utilisez : le nom de l'appareil ou de la pièce · ce qui ne fonctionne pas · depuis quand.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robinet de la cuisine goutte depuis trois jours.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