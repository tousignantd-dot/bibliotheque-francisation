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2. Le fil de tout le bloc tient dans une réplique de Camille : « Ce n'est jamais écrit. C'est pour ça que tu me demandes. » Lire vite un texte est une compétence ; savoir ce qu'il ne dira pas en est une 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plus transférable du module : il vaut pour un bail, un contrat de travail et une ordonnance. Le nommer comme tel.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exactement la réaction de Thuy : « je ne connais pas la moitié de ces mots-là ». Normaliser cette réaction. On peut choisir un parc sans connaître le mot « anse » — mais pas décider quoi emporter.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Tu les verras, ça ira mieux » : Camille ne fait pas un cours de vocabulaire, elle rassure. C'est une bonne stratégie et elle mérite d'être dite au groupe — certains mots s'apprennent en les voyant.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réplique du module. La faire relire deux fois. Demander ensuite au groupe ce qui n'était écrit nulle part quand ils sont arrivés au Québec, et qui aurait été utile à savoir.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sécurité réel : on marche jusqu'aux îles du Bic à marée basse et la mer remonte. Le dire sérieusement. C'est aussi l'exemple parfait d'une information qui existe, mais qu'il faut aller demander.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justifie le défi 3 en entier : si tout était écrit, on n'aurait pas besoin de parler aux gens.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compléter la colonne de droite par le groupe avant de l'afficher. C'est l'exercice le plus rentable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réponse. La troisième et la quatrième vont ensemble : c'est un calcul, pas une lecture, et c'est ce que le défi 2 demande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en lire deux ou trois au début de C2. Ce sont souvent les meilleurs moments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Devant l'écran, à la cuisine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ce que Thuy doit savoir est écrit quelque part : l'heure des départs, la durée du trajet, ce qu'il y a dans le parc, ce que coûte une nuit. Mais le plus utile — qu'il fait cinq degrés la nuit fin septembre — n'est écrit nulle part.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semaine au Bic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dans un texte les cinq lignes qui nous concernent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mots du paysage employés dans une fiche de parc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écrit de ce qu'il faut demander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possibilités et dire laquelle on choisit, et pourquoi.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La fiche du parc dit : « caps, baies, anses, îles et montagnes ». Qu'est-ce que vous comprenez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ar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7654"/>
            <a:ext cx="3760927" cy="252452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ces cinq mots connaissez-vous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pouvez décider d'y aller sans les comprendre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pourriez-vous demander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qu'une fiche officielle ne dit jamais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cap, une anse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288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1533" y="2322576"/>
            <a:ext cx="871459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écrit : « caps, baies, anses, îles et montagnes, sur trente-trois kilomètres carrés ». Je ne connais pas la moitié de ces mots-là.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42884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CAMILLE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1533" y="3409696"/>
            <a:ext cx="871459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cap, c'est une pointe de roche qui avance dans l'eau. Une anse, c'est un petit creux de la côte, où l'eau est calme. Tu les verras, ça ira mieux.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n'est pas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884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THUY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1533" y="1901952"/>
            <a:ext cx="871459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dormir, il y a du camping. Et du prêt-à-camper.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288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CAMILLE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1533" y="2651252"/>
            <a:ext cx="871459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prêt-à-camper, c'est déjà monté. Mais fin septembre, la nuit, il fait cinq degrés au bord du fleuve.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2884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THUY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1533" y="3738371"/>
            <a:ext cx="871459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Cinq degrés ! Ce n'est pas écrit, ça.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42884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CAMILLE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61533" y="4487672"/>
            <a:ext cx="871459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jamais écrit. C'est pour ça que tu me demandes.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heures de marée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884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CAMILLE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1533" y="1901952"/>
            <a:ext cx="871459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dernière chose qui n'est écrite nulle part : les heures de marée. Regarde-les avant de marcher jusqu'à l'île. Des gens se font prendre chaque été.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42884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THUY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1533" y="3326892"/>
            <a:ext cx="871459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on les trouve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142884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CAMILLE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1533" y="4076191"/>
            <a:ext cx="871459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l'accueil du parc, sur une feuille, chaque matin. Demande-la.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QUI EST ÉCRIT, ET CE QUI SE DEMANDE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3021583"/>
          </a:xfrm>
          <a:prstGeom prst="roundRect">
            <a:avLst>
              <a:gd name="adj" fmla="val 4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198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L'écrit donne les heures, les prix et les distances. Il ne donne ni la température de la nuit, ni ce qui vaut la peine.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521199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795519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Demander n'est pas un aveu d'ignorance : c'est la seule façon d'obtenir ce qui n'est écrit nulle part.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DEUX COLONNES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trouve-t-on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SUR LE 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DEMANDANT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heures de départ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S'il faut réserver d'avance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de la nuit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Si le quartier est tranquille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longueur du sentier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S'il est difficile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secteurs de camping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S'il fait froid la nuit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parc fait trente-trois kilomètres carrés.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sentier du bord de l'eau fait sept kilomètres.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gîte coûte le même prix toute l'année.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Thuy paiera le tarif de basse saison.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train passe à Rimouski tous les jours.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train arrive à Rimouski en pleine nuit.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parc fait trente-trois kilomètres carrés.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sentier du bord de l'eau fait sept kilomètres.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cinq ; celui de la montagne fait sept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gîte coûte le même prix toute l'année.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110 $ en haute saison, 90 $ après le 15 septembre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Thuy paiera le tarif de basse saison.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elle arrive le 28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train passe à Rimouski tous les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mercredi, vendredi, dimanche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train arrive à Rimouski en pleine nuit.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départ de Montréal à 18 h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une chose que vous avez déjà eu besoin de savoir et qui n'était écrite nulle part.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Québec ou dans votre pays, peu importe.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aussi à qui vous l'avez demandée, ou à qui vous auriez dû.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semaine au Bic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