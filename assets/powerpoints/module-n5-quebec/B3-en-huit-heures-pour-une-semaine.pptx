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La confusion entre « en », « pour », « dans » et « depuis » est universelle et elle a des conséquences réelles au comptoir : « je pars dans une semaine » et « je pars pour une semaine » font vendre deux billets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quatre prépositions et une seule idée : de quel temps parle-t-on ? Poser la question ainsi à chaque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question à voix haute avant chaque réponse dans les exercices : « je demande quoi ? ». L'automatisme vient de là, pas de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avec de vraies dates. Les deux premières lignes sont celles qui coûtent cher : le préposé vend selon ce qu'on lui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paire — « en » et « à » — est la plus fine et la plus utile. La faire répéter avec de vraies heures : « je pars à sept heures et j'arrive en huit heures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lignes sortent volontairement du cadre : elles apprennent qu'une liste de quatre mots ne couvre pas tout le français, et que « jusqu'à » existe. Ne pas les traiter comme des pièges à punir.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surprend et elle est vraie de tout l'hébergement : un gîte, un hôtel et un camping facturent des nuits, pas des jours. Thuy reste « six nuits » et sept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au groupe : du lundi 28 au dimanche 4, combien de nuits ? La réponse — six — n'est évidente pour personne du premier coup, et c'est justement pour ça qu'on donne les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 compte de nuits est ce qu'il faut vérifier : c'est là que les erreurs se voient, et elles se corrigent en 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 huit heures, pour une semaine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façons de parler du temps, et elles ne disent pas la même chose : « en huit heures » dit combien de temps ça prend, « pour une semaine » dit combien de temps on reste, « depuis trois ans » dit depuis quand ça dure.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durée de trajet avec « en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durée de séjour avec « pour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moment futur avec « dans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depuis quand une situation dure avec « depuis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MOTS, QUATRE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En » : combien de temps ça prend. « Pour » : combien de temps on reste. « Dans » : à partir de maintenant. « Depuis » : depuis quel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ne dit pas laquelle choisir : c'est la question qu'on se pose qui la choisit.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PHRASES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semaine, quatre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pars dans une semaine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départ est le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pars pour une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reviens 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J'y vais en huit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trajet dure huit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ici depuis trois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suis arrivée en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ERREURS QUI SE PAIENT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comptoir, elles changent le billet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pars dans une semaine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préposé cherche un départ le 28 septembre.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pars pour une semaine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préposé cherche un retour le 4 octobre.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En huit heures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la durée du trajet, pas l'heure du départ.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À huit heures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Là, c'est l'heure du départ. Un seul mot de différence.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en, pour, dans ou depuis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L'autocar fait le trajet … huit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réserve le gîte … six nuits.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partons … trois jours, le lundi 28.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habite Montréal … trois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met vingt heures … se rendre à Halifax.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à Rimouski … le 4 octobre.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en, pour, dans ou depuis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L'autocar fait le trajet …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réserve le gîte … six nuits.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partons … trois jours, le lundi 28.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habite Montréal …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met vingt heures … se rendre à Halifax.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— attention : ici « pour » introduit le but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à Rimouski … le 4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jusqu'au — aucune des quatre ne convient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L'HEURE ET LA DURÉE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systèmes qui cohabitent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l'heure d'un départ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dix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durée, avec les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 minutes avant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décalage par rapport à une heure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nuits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séjour se compte en nuits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COMPTER SON SÉJOUR EN JOURS DEVANT UN HÔTELIER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reste sept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reste six nuits, du 28 au 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L'hébergement se compte en nuits partout au Québec. « Sept jours » oblige l'hôtelier à redemander les dates, et une erreur d'une nuit arrive vite quand chacun compte à sa façon.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votre voyage : une avec « en », une avec « pour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première dit la durée du trajet, la seconde la durée du séjour.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les dates entre parenthèses pour vérifier votre compte de nuits.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