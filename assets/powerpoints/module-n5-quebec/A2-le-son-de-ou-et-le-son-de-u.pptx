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prononciation, la seule du module. Elle vient tôt exprès : les mots travaillés ici — la soute, la durée, le sud, le tour — reviennent dans les trois défis. Prévoir de faire beaucoup répéter, et à voix haute : cette séance ne s'apprend pas en silence.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premier objectif précède le deuxième et ne se saute pas : on ne produit pas une différence qu'on n'entend pas encore. Consacrer la première demie à l'écoute seule, sans demander de répéter.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truc du « i » arrondi est le plus efficace qu'on connaisse pour cette paire : il donne le résultat en une tentative chez la plupart des élèves. Le faire faire devant un miroir ou face à un voisin.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les quatre paires deux fois avant de les projeter, puis demander au groupe de lever la main gauche pour « ou » et la droite pour « u ». On voit immédiatement qui entend et qui devine.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mots du module, pas des mots d'exercice. Faire compléter la colonne de droite par le groupe. « La durée » et « le sud » reviennent dès la séance B2.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ligne est un piège volontaire : les deux mots ont le même son. Il apprend au groupe qu'on peut répondre « les deux pareils », ce qui est souvent la bonne réponse et que personne n'ose donner.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sans détour et sans dramatiser. Un élève qui comprend que la difficulté est normale y travaille ; un élève qui croit mal entendre abandonne. C'est le seul piège de la séance et il est décisif.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lire debout et lentement. Le rôle du voisin est important : il écoute un seul point, le son, et pas la grammaire. C'est ce qui rend la correction supportable et utile.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billets. Les mots choisis disent où en est chaque élève : ceux qui écrivent deux mots du même son n'entendent pas encore la différence, et ce sont eux qu'il faut reprendre en A3.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SÉANCE A2  ·  MODULE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son de « ou » et le son de « u 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Deux sons que beaucoup de langues ne distinguent pas, et qui séparent pourtant « la roue » de « la rue », « tout » de « tu », « le cou » de « le cul ». Le vocabulaire du voyage en est plein : la soute, le tour, la durée, le sud.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Une semaine au 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le son de « ou » et le son de « u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produire les deux sons en tenant les lèvres et la langue en place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deux mots qui ne diffèrent que par ce son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prononcer les mots du voyage qui contiennent l'un ou l'autre.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LES DEUX SONS SE FONT AU MÊME ENDROIT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3021583"/>
          </a:xfrm>
          <a:prstGeom prst="roundRect">
            <a:avLst>
              <a:gd name="adj" fmla="val 4841"/>
            </a:avLst>
          </a:prstGeom>
          <a:solidFill>
            <a:srgbClr val="E8EA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1986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lèvres sont arrondies dans les deux cas. C'est la langue qui bouge : en avant pour « u », en arrière pour « ou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521199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795519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Pour « u », dites « i » puis arrondissez les lèvres sans bouger la langue. Le son arrive tout seul.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QUATRE PAIRES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seul son les sépare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la roue · la 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roue de l'autocar. La rue Berri.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tout · tu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Tout le trajet. Tu pars lundi.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le tour · la tour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Faire le tour du parc. La tour du phare.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3B49A0"/>
                </a:solidFill>
                <a:latin typeface="Verdana"/>
              </a:rPr>
              <a:t>sourd · sûr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Il est sourd de cette oreille. Je suis sûre de l'heure.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LES MOTS DU VOYAGE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Où est le son « ou », où est le son « u 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 « OU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SON « U 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soute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la durée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tour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le sud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nous partons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une minute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jour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3B49A0"/>
                </a:solidFill>
                <a:latin typeface="Verdana"/>
              </a:rPr>
              <a:t>la nature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DISCRIMINATION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Lequel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L'enseignante lit un mot de chaque paire, sans le montrer.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roue ou la rue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tour ou la tour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ou nu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boue ou le bus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soute ou la chute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douze ou douce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Lequel entendez-vous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roue ou la rue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faire lever la main, puis dire lequel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tour ou la tour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l'article aide : ne pas s'en priver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nous ou nu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premier est un pronom, le second un adjectif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boue ou le bus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second finit par une consonne qu'on entend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soute ou la chute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deux existent dans le module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douze ou douce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piège : les deux ont le son « ou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CROIRE QUE LE « U » FRANÇAIS EXISTE DÉJÀ DANS SA LANGUE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C'est comme le « ou », je le dis pareil.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J'écoute d'abord, je répète après, et j'accepte que ce soit nouveau.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Beaucoup de langues n'ont pas ce son du tout. Ce n'est pas un défaut d'oreille : c'est un son qu'on n'a jamais eu à distinguer, et qui s'apprend en quelques semaines quand on sait qu'il existe.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Lisez à voix haute, une phrase chacun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voisin dit si le son est juste, sans corriger la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soute est sous le plancher de l'autocar.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durée du trajet est de huit heures.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partons du quai numéro douze.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Rimouski est sur la rive sud du fleuve.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tour de l'île prend une heure.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3B49A0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Lisez à voix haute, une phrase chacun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soute est sous le plancher de l'autocar.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trois fois le son « ou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durée du trajet est de huit heures.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« durée » : la langue en avant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Nous partons du quai numéro douze.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« nous », « douze » : son « ou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Rimouski est sur la rive sud du fleuve.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« sud » : son « u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8E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3B49A0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tour de l'île prend une heure.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« tour » puis « une » : les deux sons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Une semaine au Bic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mots du module : un avec le son « ou », un avec le son « u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Prenez des mots que vous aurez à dire, pas des mots de dictionnaire.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Entraînez-vous à les dire l'un après l'autre, trois fois.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A2 · Une semaine au Bic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