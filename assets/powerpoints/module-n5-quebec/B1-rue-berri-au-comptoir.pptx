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Le changement de registre est le point de la séance : Thuy tutoyait Camille, elle vouvoie Serge. Le faire remarquer dès la première réplique et y revenir à chaque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critère du niveau 5 et celui de tout le module : un discours organisé, pas une suite de questions-réponses. L'écrire au tableau et le laisser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quelqu'un jouer la scène en donnant un mot à la fois : le groupe voit tout de suite que l'échange dure trois fois plus longtemps et que c'est le préposé qui travaille. C'est l'argument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Compter avec le groupe ce que Thuy donne en une réplique : la destination, la région, la date de départ, la date de retour, le nombre de personnes. Cinq informations, une phrase et demie. Et la réponse de Serge le dit : « c'est clair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Pourriez-vous me dire » est la formule à retenir de la séance. Elle sera travaillée à fond en B2. Faire aussi remarquer que Serge nomme les arrêts : c'est ainsi qu'on apprend la géographie d'un trajet.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réplique de Thuy est un modèle : elle répète les deux informations critiques au lieu de dire « d'accord ». Le faire pratiquer tout de suite, deux par deux, avec des heures et des quais inventés.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du jeu de rôle de E1 et celle de la correction. Elle reprend la règle de A1 en la spécialisant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deux versions par deux binômes, l'une après l'autre. La différence de durée frappe plus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 exacte. La dernière est d'utilité immédiate : les valises se chargent avant le départ, et un élève qui arrive à l'heure pile voit partir son autocar.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en B4, où la même phrase sera reprise et complétée. Les garder : ils servent aussi de point de départ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Rue Berri, au comptoir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Gare d'autocars de Montréal est au 1717, rue Berri, au-dessus de la station Berri-UQAM. Près de trois cents autocars en partent chaque jour, vers des endroits dont Thuy n'a jamais entendu le nom.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une demande complète d'un seul tenant, sans attendre les questions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361943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4442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réponse qui donne trois heures de départ et une durée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478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4256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5079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4490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vouvoyer un inconnu du début à la fin d'un échange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1338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3116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3939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3350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à voix haute l'information reçue pour la vérifier.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arrivez au comptoir. Qu'est-ce que vous dites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gare-autoc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phrases avant qu'on sache où vous allez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le préposé a besoin de savoir, exactement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le tutoie ou est-ce qu'on le vouvoie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se passe si vous ne dites que « Rimouski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 dire en une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292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1972" y="2322576"/>
            <a:ext cx="90141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Je peux vous aider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2928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THUY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1972" y="3071876"/>
            <a:ext cx="901415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voudrais aller à Rimouski, dans le Bas-Saint-Laurent. Je partirais le lundi 28 septembre et je reviendrais le dimanche suivant. Une personne.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12928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1972" y="4496816"/>
            <a:ext cx="901415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Parfait, c'est clair. Rimouski, aller-retour, une personne, du 28 septembre au 4 octobre.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temps ça prend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292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1972" y="1901952"/>
            <a:ext cx="90141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Pourriez-vous me dire combien de temps ça prend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12928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1972" y="2651252"/>
            <a:ext cx="901415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départ de sept heures arrive à quinze heures dix. Huit heures dix, avec les arrêts. Trois-Rivières, Québec, La Pocatière, Rivière-du-Loup, et Rimouski.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1292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THUY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1972" y="4076191"/>
            <a:ext cx="90141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changer d'autocar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Vingt minutes avant, quai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2928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1972" y="1901952"/>
            <a:ext cx="901415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vous fait un aller-retour, départ lundi sept heures, quai 12. Présentez-vous vingt minutes avant : les valises se chargent avant le départ, pas après.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1292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1972" y="3326892"/>
            <a:ext cx="90141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Vingt minutes avant, quai 12. Merci beaucoup.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1292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1972" y="4076191"/>
            <a:ext cx="90141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 voyage, madame. Vous allez aimer 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DEMANDE COMPLÈTE TIENT 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· quand · combien de temps · combien de personnes.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préposé n'a alors qu'à répondre. Sans ces quatre informations, il doit poser quatre questions, et l'échange devient un interrogatoire.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FAÇONS DE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demande, deux échanges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PAR MORCEAUX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D'UN SEUL 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Rimouski.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Je voudrais aller à Rimouski.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C'est quand ? » — « Lundi.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Je partirais le lundi 28.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Retour ? » — « Euh…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Je reviendrais le dimanche.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Huit répliques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réplique et demie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Thuy part le lundi 28 septembre.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deux départs le lundi.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départ de sept heures est direct.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Celui de midi trente a une correspondance à Québec.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Thuy prend le tarif économique.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arriver cinq minutes avant le départ.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Thuy part le lundi 28 septembre.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deux départs le lundi.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trois : 7 h, 12 h 30, 18 h 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départ de sept heures est direct.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Celui de midi trente a une correspondance à Québec.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quarante minutes d'attente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Thuy prend le tarif économique.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celui qui se 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arriver cinq minutes avant le départ.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vingt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demande complète, en une phrase : où, quand, combien de temps, combien de personnes.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 une vraie destination, celle que vous aviez notée en A1.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Relisez-la à voix haute : elle doit tenir sans reprendre votre souffle deux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