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avant « Je me lance ». Deux points de grammaire y tiennent : le gérondif et le couple passé composé / imparfait. Le second est le plus lourd ; lui réserver la moitié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est celui qu'on n'ose pas : les élèves racontent au passé composé seulement, et le récit reste plat. L'imparfait est ce qui met du décor autour de l'action.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contrainte du sujet unique est ce qui bloque : « en marchant, le chemin est plus court » est faux, parce que le chemin ne marche 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ligne montre un troisième usage, plus subtil : le gérondif peut poser une condition. Ne pas l'enseigner, seulement le signaler pour la compréhension.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L'image du décor et de l'action est la plus efficace : l'imparfait plante le décor, le passé composé y fait entrer quelqu'un.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Toutes ces phrases sont dans les dialogues du module. Faire relier chaque paire par « pendant que » ou par une virgule, et lire à voix haute : le récit prend du relief immédiatement.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à chaque fois pourquoi, en un mot : « action » ou « décor ». C'est la question qui décide, et elle est plus fiable que les listes de mots déclencheurs.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les deux versions à voix haute par deux élèves. La différence s'entend sans qu'on l'explique, et c'est le meilleur argument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est la meilleure : elle demande une chose que le vacancier ne peut pas voir, ce qui force un vrai récit. Faire trouver au groupe deux autres questions du même genre.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changer de partenaire une fois. Raconter deux fois la même journée à deux personnes différentes est le meilleur entraînement qui soit, et la seconde version est toujours meilleure.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: c'est le brouillon du récit demandé en E1 et du courriel de E2. Souligner les verbes est ce qui rend la correction rapide et lisible pour l'élève.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que j'ai fait, et ce qu'il y avait autour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Raconter sa journée demande deux temps à la fois : le passé composé pour ce qu'on a fait, l'imparfait pour ce qu'il y avait pendant qu'on le faisait. « J'ai visité le phare pendant qu'il pleuvait.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Une semaine au Bic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gérondif pour dire comment ou en même temps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raconter au passé composé ce qu'on a fait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décrire à l'imparfait ce qu'il y avait autour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à quelqu'un de la région les questions qui font parler.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GÉRONDIF : « EN » PLUS LA FORME EN -ANT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 marchant, comptez quarante minutes. En passant par le petit chemin, vous coupez dix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Il dit comment on fait quelque chose, ou ce qu'on fait en même temps. Le sujet est le même pour les deux verbes.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USAGES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gérondif dit comment, ou quand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005072"/>
          </a:xfrm>
          <a:prstGeom prst="roundRect">
            <a:avLst>
              <a:gd name="adj" fmla="val 36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PHRASE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marchant, comptez quarante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Comment : à pied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passant par l'église, vous coupez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Comment : par où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regardait dehors en voyageant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Quand : en même temps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791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91947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voit les phoques en arrivant tôt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91947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Condition : si on arrive tôt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TEMPS POUR UN SEUL RÉCIT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Passé composé : ce que j'ai fait, une action terminée. Imparfait : ce qu'il y avait autour, le décor.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J'ai visité le phare pendant qu'il pleuvait. » La visite est finie ; la pluie était là tout le temps.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RÉCIT DE THUY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qu'elle a fait, ce qu'il y avait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PASSÉ COMPOSÉ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IMPARFAIT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fait le sentier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faisait beau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visité le phare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pleuvait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suis montée au belvédère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on voyait les îles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pris l'autocar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regardais dehors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CHOIX DU TEMPS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Passé composé ou imparfait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l'oral, puis à l'écrit.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Hier, j'… (visiter) le phare.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… (pleuvoir) toute la journée.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… (arriver) à trois heures.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fleuve … (être) très large.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… (regarder) dehors pendant tout le trajet.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J'… (monter) au belvédère ce matin.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Passé composé ou imparfait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Hier, j'… (visiter) le phare.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j'ai visité — une action terminée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… (pleuvoir) toute la journée.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pleuvait — le décor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… (arriver) à trois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nous sommes arrivés — une action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fleuve … (être) très large.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était — une description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… (regarder) dehors pendant tout le trajet.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regardait — une durée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J'… (monter) au belvédère ce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suis monté — une action terminée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RACONTER SEULEMENT AU PASSÉ COMPOSÉ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pris l'autocar. J'ai marché. J'ai vu des phoques.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pris l'autocar : je regardais dehors, le fleuve était immense.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suite d'actions sans décor ressemble à une liste de tâches. L'imparfait est ce qui fait qu'on écoute jusqu'au bout — et le niveau 5 demande un récit, pas un relevé.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QUESTIONS QUI FONT PARLER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poser à quelqu'un de la région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Qu'est-ce qu'il faut voir ici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Ouverte : on ne peut pas répondre par oui ou non.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Vous venez ici depuis longtemps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invite à raconter, pas seulement à dater.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Qu'est-ce que vous préférez, vous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« vous » final rend la question personnelle.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C'est comment en hiver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porte sur ce qu'on ne verra pas soi-même.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Racontez votre journée d'hier, en quatre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au passé composé, deux à l'imparfait. À l'oral, par deux.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dit ce que vous avez fait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dit le temps qu'il faisait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dit ce que vous voyiez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posé une question à votre voisin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vouvoyé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7181A"/>
                </a:solidFill>
                <a:latin typeface="Verdana"/>
              </a:rPr>
              <a:t>Racontez votre journée d'hier, en quatre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dit ce que vous avez fait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passé composé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dit le temps qu'il faisait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imparfait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dit ce que vous voyiez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imparfait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posé une question à votre voisin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question ouverte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vouvoyé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on joue des inconnus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En quatre phrases : ce que vous avez fait en fin de semaine, et ce qu'il y avait autour.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phrases au passé composé, deux à l'imparfait.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les verbes avant de remettre.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Une semaine au Bic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