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point est double : le conditionnel de politesse, et le fait que la question indirecte remet le sujet et le verbe dans l'ordre de la phrase déclarative. Le second point est celui qu'on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pratique : un élève qui n'a qu'une formule la répète cinq fois et s'entend. Trois formules suffisent à faire un échange naturel.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l'erreur la plus fréquente et elle survit longtemps : l'élève garde l'inversion de la question directe et l'ajoute à la formule polie.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montre le point crucial : « partez-vous » devient « vous partez ». Faire relever le changement par le groupe avant de l'expliquer.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au groupe un exemple de chacune, tiré de leur propre voyage. La quatrième est celle qu'on oublie et qui sert le plus souvent : demander la permission de faire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corriger cinq phrases au tableau. C'est le seul exercice de la séance qui demande de l'entraînement mécanique, et il le vaut.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réponse à voix haute et sur un ton posé : la politesse passe autant par le débit que par les mots. Un « pourriez-vous » lancé vite sonne plus sec qu'un « combien ça coûte » dit doucement.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Rien de tout cela n'est du vocabulaire, et tout se remarque. Le dire une fois clairement évite bien des malentendus attribués à tort au niveau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trois questions servent directement au jeu de rôle de E1 : l'élève arrive avec ses questions déjà écrites, ce qui change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Demander poliment, sans avoir l'air de commander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trajet dure combien de temps ? » n'est pas impoli, mais c'est sec. « Pourriez-vous me dire combien de temps dure le trajet ? » ouvre la même porte plus largement — et la question change de forme en passant.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je voudrais » et « pourriez-vous » à la place de l'impératif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question directe en question indirecte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le sujet avant le verbe dans la question indirecte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trois questions polies de suite sans répéter la même formule.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QUESTION INDIRECTE REMET LA PHRASE À L'ENDROIT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Est-ce que je pourrais… », « Je voudrais savoir si… », « Pourriez-vous me dire… » — puis sujet, puis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« Pourriez-vous me dire combien coûte-t-il ». Après la formule, la question redevient une phrase ordinaire.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question, deux façons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DIRECTE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QUESTION INDIRECTE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ça coûte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 me dire combien ça coûte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 le quai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où est le quai.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c'est direct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voudrais savoir si c'est direct.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Quand partez-vous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Pourriez-vous me dire quand vous partez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FORMULES, TROIS USAGES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ne sont pas interchangeables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voudrais…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dire ce qu'on veut : « Je voudrais un aller-retour.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Je voudrais savoir si…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question à laquelle on répond oui ou 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Pourriez-vous me dire…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une question ouverte : combien, quand, où, comment.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Est-ce que je pourrais…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demander une permission : changer la date, payer plus tard.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L'INVERSION APRÈS LA FORMULE POLIE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me dire à quelle heure part-il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Pourriez-vous me dire à quelle heure il part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formule polie contient déjà sa question. Ce qui suit est une phrase ordinaire : sujet, puis verbe. Deux questions dans la même phrase, c'est une de trop.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question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trajet dure combien de temps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changer d'autocar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apporter une grosse valise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quai est où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partez à quelle heure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changer la date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la question polie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trajet dure combien de temps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me dire combien de temps dure le trajet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changer d'autocar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voudrais savoir s'il faut changer d'autocar.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apporter une grosse valise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je pourrais apporter une grosse valise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quai est où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me dire où est le quai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partez à quelle heure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Pourriez-vous me dire à quelle heure vous partez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changer la date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 je pourrais changer la date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TON COMPTE AUSSI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remarque au comptoir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AIDE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NUIT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Saluer avant de demander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Commencer par sa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information par phrase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Tout dire d'un souffle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Laisser finir la réponse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Poser la suivante trop vite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Remercier à la fin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Partir sans rien dire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questions polies que vous poseriez pour votre propre voyage.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formules différentes : ne répétez pas « pourriez-vous » trois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Relisez-les : le sujet est-il bien avant le verbe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