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Elle se fait presque entièrement debout et à deux. Prévoir des postes avec écouteurs pour le jeu de rôle avec l'assistant, et un coin calme pour l'enregistrement. L'enseignante circule et écoute ; elle ne corrige pas pendant.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principal : si l'assistant doit demander « quand ? », la demande n'était pas complète. Il le fait exprès, et c'est ainsi qu'il fait travailler le discours suivi du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projetée pendant tout l'atelier. Rendre ici les billets de B1, B2 et B4 : chacun arrive avec sa demande et ses trois questions déjà écrites.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sont ceux de l'activité interactive. Le premier est le plus cadré et le troisième le plus libre : conseiller le premier à ceux que la conversation spontanée effraie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Prévenir le groupe : l'assistant est exigeant exprès. Ce n'est ni une panne ni de la mauvaise volonté. Ceux qui l'ont compris travaillent beaucoup mieux dès le deuxième essai.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lignes avant d'enregistrer. Un message improvisé dure quatre-vingt-dix secondes et oublie le numéro ; un message écrit d'abord en dure quarante et n'oublie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lire ses notes n'a rien d'artificiel au téléphone. Tout le monde le fait, y compris les gens dont c'est la langue maternelle.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cette autoévaluation avant l'envoi à l'enseignante, pas après. Les élèves recommencent d'eux-mêmes une fois sur deux, et c'est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avec la production écrite. La comparaison entre ce que l'élève a repéré lui-même et ce que dit la rétroaction vaut mieux qu'une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Réserver, et laisser un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à vous. Vous exposez votre demande à un préposé au comptoir des autocars ou à quelqu'un de la région ; puis vous laissez un message sur la boîte vocale d'un gîte pour réserver une chambre et poser vos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une demande complète sans attendre qu'on vous questionne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trois questions polies de suite, avec trois formules différentes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de trente à quarante-cinq secondes qui n'oublie rien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vouvoiement du début à la fin des deux productions.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SIX INFORMATIONS, DANS L'ORDRE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· quand · combien de temps · combien de personnes · les bagages · le retour.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règle de B4, et c'est la grille du jeu de rôle comme celle de la correction.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EN JEU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comptoir de la gare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Réserver un aller-retour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salon du gîte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Se faire conseiller ses journées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sentier du parc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Jaser avec un autre vacancier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FAIT L'ASSISTANT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ne devine rien à votre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attend votre demande complète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vous arrache pas les informations une par 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redemande le reste en une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ne dites que la ville, il demande quand et combien de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ne donne pas de prix inventé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dit que ça dépend de la date, puis il annonce un montant.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vous vouvoie, et il attend la même chose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sont des inconnus, des deux côtés.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MESSAGE AU GÎTE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morceaux,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parle, et d'où l'on appelle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dates, et combien de nuits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 de personnes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Deux questions, posées poliment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Comment on arrivera, et à quelle heure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numéro de téléphone, dit lentement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ENREGISTRER SANS AVOIR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improviser, c'est plus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mes six lignes, je les lis une fois, puis j'enregistre.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improvisé oublie presque toujours deux choses : le nombre de nuits et le numéro de téléphone. Ce sont justement les deux qui rendent le rappel 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Réécoutez-vous comme si vous teniez le gîte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appelle, et comment vous rappeler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Peut-on noter les dates et le nombre de nuits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questions sont-elles posées poliment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dure-t-il moins de quarante-cinq secondes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vouvoiement est-il tenu du début à la fin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est-il dit assez lentement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Réécoutez-vous comme si vous teniez le gîte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appelle, et comment vous rappeler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le message ne sert à rien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Peut-on noter les dates et le nombre de nuits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chiffres, pas « bientôt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questions sont-elles posées poliment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formules différentes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dure-t-il moins de quarante-cinq secondes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coupez les excuses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vouvoiement est-il tenu du début à la fin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reprenez le début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est-il dit assez lentement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faites-le vérifier par un voisin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referiez autrement.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qui a bien marché : ça se garde pour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