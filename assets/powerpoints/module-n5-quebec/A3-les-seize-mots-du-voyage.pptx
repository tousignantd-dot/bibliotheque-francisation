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est plus visuelle que les autres : la moitié des mots désignent des choses que les élèves n'ont jamais vues. Projeter les images du banc et faire nommer avant de montrer le mot écrit. L'ordre compte : on voit, on nomme, on 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groupes correspondent aux quatre sections du module. Les annoncer ainsi aide les élèves à ranger les mots au lieu de les empiler.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`prImg` de l'activité, posé à l'oral d'abord. Les quais numérotés sont le détail qui distingue une gare d'autocars d'un terminus d'autobus urbain : on y attend un départ précis, à une heure précise.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marée » est le mot le plus important des six, et le moins évident : il décide de l'heure d'une promenade et il revient en D1. Faire expliquer par quelqu'un qui vient d'un pays côtier, s'il y en a dans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gîte » et « le prêt-à-camper » sont des réalités québécoises que le mot seul n'explique pas. Dire ce que ça coûte, à peu près, et à qui ça convient : c'est la question que les élèves poseront de toute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distinctions sont celles que le groupe manque à l'exercice d'appariement. Les faire dire avant l'exercice fait gagner dix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la phrase entière une fois la réponse trouvée, avec l'article. Un mot appris sans son article se redit mal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 de la maison pour tout le module : aucun mot n'est écrit au tableau sans son article, et aucun n'est répété sans lui non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phrases servent d'amorce en A4 et montrent tout de suite quels mots sont compris de travers.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voyage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programme ne fournit aucun lexique pour cette situation. Les seize mots du banc ont donc été composés à partir des savoirs : les régions et leurs attraits, l'hébergement, les bagages, les itinéraires, et la conversation sur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voit quand on sort de la ville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départ : un horaire, la soute, un aller-retour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séjour : un gîte, un sentier, la marée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trouve dans une région sans chercher ses mots.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Six photos, six phrases. Laquelle va avec laquelle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are-autoc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numéroté, dans cette gare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font les gens qu'on voit de dos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mettra-t-on les grosses valises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voit-on que ce n'est pas une gare de métro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PAYSAGE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va 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3614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attrait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154" y="2121408"/>
            <a:ext cx="811585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va voir dans une région : un parc, un musée, une chute.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193614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fleuve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154" y="2778252"/>
            <a:ext cx="811585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très grand cours d'eau qui traverse le Québec.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193614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3154" y="3435096"/>
            <a:ext cx="811585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tour dont la lumière tourne pour guider les bateaux.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193614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sentier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3154" y="4091939"/>
            <a:ext cx="811585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chemin de terre où l'on marche, dans un parc.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193614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belvédère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3154" y="4748784"/>
            <a:ext cx="811585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L'endroit aménagé, en hauteur, d'où l'on regarde le paysage.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193614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marée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3154" y="5405628"/>
            <a:ext cx="811585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mouvement de l'eau qui monte et qui descend deux fois par jour.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prépare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6888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horaire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121408"/>
            <a:ext cx="758311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des heures de départ et d'arrivée, jour par jour.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46888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778252"/>
            <a:ext cx="758311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L'espace fermé, sous le plancher de l'autocar, pour les valises.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46888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dépliant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435096"/>
            <a:ext cx="758311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feuille pliée qui présente un endroit, avec une carte.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46888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gîte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091939"/>
            <a:ext cx="758311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Une maison où l'on loue une chambre et où le déjeuner est compris.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46888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prêt-à-camper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4748784"/>
            <a:ext cx="758311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tente ou le chalet déjà installé, avec les lits.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46888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vacancier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5405628"/>
            <a:ext cx="758311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en vacances dans une région où elle n'habite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QUATRE MOTS QUI SE CONFONDENT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Ils ne désignent pas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horaire · un dépliant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donne des heures. Le second donne des images et un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gîte · le prêt-à-camper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est une maison chauffée. Le second est dehors.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sentier · une 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est en terre, dans le bois. Le second est en ville.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vacancier · un touriste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premier est en congé. Le second visite, et peut être d'ici.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l'oral, puis à l'écrit dans le cahier.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grosses valises vont dans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regardé … pour connaître l'heure du départ.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… basse, on voit les phoques sur les roches.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dort dans … : le déjeuner est compris.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…, on voit les îles et l'autre rive.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pris … du parc au comptoir d'accueil.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grosses valises vont dans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soute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regardé … pour connaître l'heure du départ.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l'horaire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… basse, on voit les phoques sur les roches.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dort dans … : le déjeuner est compris.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gîte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…, on voit les îles et l'autre rive.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belvédère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pris … du parc au comptoir d'accueil.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dépliant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APPRENDRE LE MOT SANS SON ARTICLE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Marée, soute, gîte, sentier.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marée, la soute, un gîte, un sentier.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genre ne se devine pas et il ne s'ajoute pas après coup : « le soute » se corrige beaucoup plus difficilement que « la soute » ne s'apprend. C'est cinq secondes de plus par mot, une fois.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des seize et écrivez une phrase qui les contient tous les trois.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phrase doit avoir un sens : ce n'est pas une liste.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les trois mots qui vous semblent les plus difficiles.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