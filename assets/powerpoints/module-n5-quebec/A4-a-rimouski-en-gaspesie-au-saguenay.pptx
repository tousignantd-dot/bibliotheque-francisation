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la première du module. Elle est courte à expliquer et longue à automatiser : prévoir beaucoup de répétition orale plutôt qu'un long exposé. Le tableau de la règle reste projeté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celui qui sert au comptoir : « Je pars de Montréal et je vais à Rimouski » est la phrase que Thuy dit en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chercher de truc pour deviner le genre des régions : il n'y en a pas de fiable. Le tableau suivant donne les cinq qui servent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la seule irrégulière : un nom de région au pluriel prend « dans les ». C'est le cas des Laurentides et des Cantons-de-l'Est, deux régions que les élèves nomment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distinction fait rire et se retient bien. Elle est aussi utile administrativement : les formulaires demandent l'un ou l'autre, et les élèves les confondent.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compléter la colonne de droite. La symétrie « au / du » et « en / de » est ce qui rend la règle mémorisable : ce n'est pas une liste, c'est un système.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phrase entière, pas seulement la préposition. La cinquième et la sixième sont celles que le groupe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contrairement à beaucoup de points de grammaire française, celui-ci n'a presque pas d'exceptions. Ce qui s'apprend une fois reste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garder : ils reviennent en E2, où le courriel d'invitation demande exactement ces trois informations.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Rimouski, en Gaspésie, au Saguenay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Dire où l'on va demande de choisir une préposition, et le choix ne s'entend pas : il dépend du genre du lieu et de sa nature. Une ville, une région, une province, un pays — chacun a la sienne, et elle ne change jamais.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à », « en » et « au » selon le lieu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où l'on va et d'où l'on vient dans la même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cinq régions du Québec avec leur préposition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trois phrases justes sur un voyage qu'on aimerait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PRÉPOSITIONS, TROIS SORTES DE LIEUX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À » devant une ville. « En » devant une région ou un pays féminin. « Au » devant un lieu masculin.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Rien ne s'entend : il faut savoir si le nom est masculin ou féminin. On l'apprend avec le nom, une fois pour toutes.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LIEUX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va-t-on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639312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LIEU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Rimouski, Québec, Montréal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Rimouski, à Québec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Gaspésie, la Mauricie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Gaspésie, en Mauricie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Bas-Saint-Laurent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 Bas-Saint-Laurent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Saguenay, le Québec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 Saguenay, au Québec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85546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Laurentides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85546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dans les Laurentides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DES DEUX « QUÉBEC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mot, deux lieux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Québec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ville de Québec. Sans article, donc « à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au Québec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province. Avec l'article « le », donc « au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vais à Québec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dans la ville, en haut du fleuve.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vis au Québec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J'habite la province, où que ce soit.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D'OÙ L'ON 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logique, à l'envers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VIENT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Rimouski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Rimouski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Gaspésie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Gaspésie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Bas-Saint-Laurent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du Bas-Saint-Laurent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Viêt Nam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du Viêt Nam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Complétez, puis 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chacun, debout.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pars … Montréal et je vais … Rimouski.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collègue est née … Bas-Saint-Laurent.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passons une semaine … Gaspésie.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train arrive … Halifax le lendemain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un chalet … Laurentides.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arrivée … Viêt Nam il y a trois ans.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Complétez, puis lisez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pars … Montréal et je vais … Rimouski.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 … 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collègue est née … Bas-Saint-Laurent.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passons une semaine … Gaspésie.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train arrive … Halifax le lendemain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Ils ont un chalet … Laurentides.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arrivée … Viêt Nam il y a trois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CHOISIR LA PRÉPOSITION D'APRÈS LE 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sonne mieux avec « en », je mets « en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regarde si le nom est masculin, féminin, ou au pluriel.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se prononcent souvent presque pareil dans une phrase rapide, et l'oreille ne tranche pas. C'est une règle qui se sait, pas une règle qui s'entend — et c'est une bonne nouvelle : elle ne varie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: d'où vous venez, où vous habitez, où vous aimeriez aller.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Chaque phrase doit contenir une préposition de lieu.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Reprenez la région que vous aviez notée au billet de la séance A1.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