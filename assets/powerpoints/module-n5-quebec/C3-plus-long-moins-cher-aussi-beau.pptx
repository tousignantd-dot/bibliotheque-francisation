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mais la grammaire y est simple : le vrai travail est de justifier un choix. Un élève de niveau 5 doit pouvoir dire « je prends l'autocar parce que… », pas seulement « l'autocar est moins cher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ce qui distingue une comparaison d'adulte : « l'autocar est moins confortable, mais il est plus pratique ». Reconnaître le point faible de son choix est un signe de maîtrise.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L'accord de l'adjectif est l'erreur d'écriture la plus fréquente ici, et elle ne s'entend pas toujours : il faut la voir à la relecture.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faits sont réels : l'Océan de VIA Rail passe le mercredi, le vendredi et le dimanche. Faire tirer la conclusion par le groupe avant de la dire — c'est exactement ce que fait Thuy.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test : y a-t-il un nom juste après ? Si oui, « meilleur ». La règle tient en une question et elle règle presque tous les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chaque phrase complète en vérifiant l'accord de l'adjectif. La quatrième et la cinquième vont ensemble : elles montrent le test du nom en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structure demandée dans la fiche de voyage de C4 et dans le courriel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c'est exactement ce que Thuy fait à la fin du dialogue : « Alors l'autocar est plus pratique que le train, même s'il est moins confortable. » Une phrase, un choix, une nuance.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Exiger la structure complète : la comparaison, le choix, la raison. Refuser gentiment « je préfère le gîte » tout seul, et redemander : « pourquoi ? ». C'est le cœur du niveau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Ils entrent tels quels dans la fiche de voyage de C4 : rien n'est à réécrire, seulement à compléter.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Plus long, moins cher, aussi beau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L'autocar ou le train ? Le gîte ou le camping ? Le sentier du bord de l'eau ou celui de la montagne ? Comparer n'est pas énumérer : il faut dire lequel on choisit, et donner la raison qui a fait pencher.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semaine au Bic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choses avec plus, moins et aussi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meilleur » et « mieux » à la bonne place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lequel on choisit et pourquoi, en une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accepter un inconvénient en le nommant, avec « même si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DEGRÉS, UNE SEULE CONSTRUCTION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plus … que · moins … que · aussi … 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L'adjectif s'accorde avec ce dont on parle : la route est plus longue, le trajet est plus long.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MOYENS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L'autocar ou le train, pour Rimouski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L'AUTOCAR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Tous les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Trois jours par semaine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Départ le matin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Départ à 18 h 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Arrivée à 15 h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Arrivée en pleine nuit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Moins confortable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Plus confortable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MOTS QU'ON CONFOND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Meilleur » et « mieux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meilleur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Adjectif : il accompagne un nom. « Un meilleur prix.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Adverbe : il accompagne un verbe. « On dort mieux.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C'est un meilleur choix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Choix est un nom, donc « meilleur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C'est mieux de partir tôt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n'y a pas de nom, donc « mieux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COMPARAISON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Complétez avec plus, moins, aussi, meilleur ou mieux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gîte est … cher que le camping.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L'autocar est … pratique que le train.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du bord de l'eau est … long que celui de la montagne.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basse saison, on obtient un … prix.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dort … dans un gîte chauffé qu'en tente à cinq degrés.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train est … confortable, mais il arrive la nuit.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Complétez avec plus, moins, aussi, meilleur ou mieux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gîte est … cher que le camping.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L'autocar est … pratique que le train.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du bord de l'eau est … long que celui de la montagne.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basse saison, on obtient un … prix.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meilleur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dort … dans un gîte chauffé qu'en tente à cinq degrés.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mieux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train est … confortable, mais il arrive la nuit.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COMPARER, PUIS CHOISIR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X est plus … que Y, mais je prends Y parce que …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comparaison qui ne débouche sur aucun choix ne sert à rien. Le « parce que » est la moitié du travail.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ÉNUMÉRER SANS CONCLURE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train est confortable. L'autocar est pratique. Le gîte est 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prends l'autocar : il part le matin et j'arrive de jour.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phrases côte à côte ne font pas une comparaison. Ce qu'on attend, c'est une décision et sa raison — et c'est aussi ce qu'un employeur, un propriétaire ou un médecin attendent.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Choisissez, et dites pourquoi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complète, à l'oral, chacun son tour.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gîte ou le camping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L'autocar ou le train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sentier du bord de l'eau ou celui de la montagne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tarif ferme ou le tarif qui se change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Partir six nuits ou trois nuits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Choisissez, et dites pourquoi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gîte ou le camping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nommez le prix et la température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L'autocar ou le train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nommez l'heure d'arrivée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sentier du bord de l'eau ou celui de la montagne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nommez la longueur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tarif ferme ou le tarif qui se change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nommez ce que vous ignorez encore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Partir six nuits ou trois nuits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nommez ce que vous voulez voir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Comparez deux façons de faire votre propre voyage, et dites laquelle vous choisissez.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phrases : la comparaison, puis le choix et sa raison.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Nommez aussi l'inconvénient que vous acceptez.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semaine au Bic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