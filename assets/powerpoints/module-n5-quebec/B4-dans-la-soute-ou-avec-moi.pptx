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1. Elle ferme le bloc en reprenant la demande complète de B1, enrichie de tout ce qui a été vu depuis. Prévoir vingt minutes à la fin pour la récapitulation : c'est la partie qui sert au jeu de rôle de E1.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un travail d'écoute pur : cinq kilos, cent quinze centimètres, deux bagages. Les chiffres dits vite sont ce que les élèves manquent le plus souvent.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piste est celle qui compte : ce qui va en soute est inaccessible pendant huit heures. Médicaments, papiers, chargeur et manteau restent avec soi. C'est un conseil de voyage autant qu'un point de langue.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chiffres sont ceux d'Orléans Express et ils sont réels. Les prix, eux, ne sont pas dans le module : ils changent, et le module apprend à les demander plutôt qu'à les retenir.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ajouter par le groupe ce qu'il mettrait d'autre. Les réponses diffèrent selon les pays d'origine et la discussion est bonne : elle fait parler de voyages réels, ce que le module cherche.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La cinquième prépare la discussion de la récapitulation : payer dix-huit dollars de plus pour pouvoir changer une date est une décision, et elle se justifie.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Rendre ici les billets de sortie de B1 : chacun reprend sa phrase et y ajoute les deux informations qui manquaient.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Thuy prend le tarif modifiable et elle dit pourquoi : elle ne connaît pas la région et ne sait pas ce qu'elle voudra faire. C'est un bon raisonnement, et il se dit en une phrase.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changer les rôles à mi-parcours. Celui qui joue le préposé apprend autant : il voit ce qui lui manque pour répondre, et il le redemande.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et les garder pour E1 : ils entrent tels quels dans le jeu de rôle avec l'assistant.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B4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Dans la soute, ou avec moi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bagages en soute par personne, plus un bagage à main de cinq kilos qu'on garde avec soi. Ce qui dépasse part par le service de messagerie et se paie au poids. Ce sont des règles précises, et elles se demandent avant de partir.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semaine au Bic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bagage à main du bagage en soute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règle chiffrée dite à l'oral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ce qu'on a le droit d'emporter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reprendre sa demande complète, avec les bagages et le retour.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La trappe est ouverte. Qu'est-ce qui va là-dedans, et qu'est-ce qui reste avec vous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oute.jpg"/>
          <p:cNvPicPr>
            <a:picLocks noChangeAspect="1"/>
          </p:cNvPicPr>
          <p:nvPr/>
        </p:nvPicPr>
        <p:blipFill>
          <a:blip r:embed="rId2"/>
          <a:stretch>
            <a:fillRect/>
          </a:stretch>
        </p:blipFill>
        <p:spPr>
          <a:xfrm>
            <a:off x="7644383" y="2637654"/>
            <a:ext cx="3760927" cy="2524522"/>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mettriez-vous vos papiers et votre téléphone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mettriez-vous une grosse valise de vêtements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ne peut pas récupérer pendant le trajet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bagages avez-vous le droit d'emporter, à votre avis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RÈGLES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a le droit d'emporter</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BAGAGE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RÈGLE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 soute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Deux par personne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main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seul, cinq kilos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Trop gros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Par messagerie, au poids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chargement</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Avant le départ, pas après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QUI RESTE AVEC SOI</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Huit heures sans pouvoir ouvrir la soute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Les papiers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Billet, pièce d'identité, carte d'assurance maladie.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Les médicaments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Tout ce qu'on prend à heure fixe.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manteau</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Il fait plus froid à Rimouski qu'à Montréal.</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De quoi manger</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arrêts sont courts et ne tombent pas à l'heure des repas.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 de la séance B1.</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mettre deux valises en soute.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bagage à main peut peser dix kilos.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qui dépasse voyage gratuitement.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ouvrir la soute pendant le trajet.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tarif économique permet de changer la date.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se présenter vingt minutes avant.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mettre deux valises en soute.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bagage à main peut peser dix kilos.   </a:t>
            </a:r>
            <a:r>
              <a:rPr sz="1400" b="1" i="0">
                <a:solidFill>
                  <a:srgbClr val="07734A"/>
                </a:solidFill>
                <a:latin typeface="Verdana"/>
              </a:rPr>
              <a:t>» faux — cinq kilos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qui dépasse voyage gratuitement.   </a:t>
            </a:r>
            <a:r>
              <a:rPr sz="1400" b="1" i="0">
                <a:solidFill>
                  <a:srgbClr val="07734A"/>
                </a:solidFill>
                <a:latin typeface="Verdana"/>
              </a:rPr>
              <a:t>» faux — au poids, par messagerie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ouvrir la soute pendant le trajet.   </a:t>
            </a:r>
            <a:r>
              <a:rPr sz="1400" b="1" i="0">
                <a:solidFill>
                  <a:srgbClr val="07734A"/>
                </a:solidFill>
                <a:latin typeface="Verdana"/>
              </a:rPr>
              <a:t>» faux — les valises se chargent avant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tarif économique permet de changer la date.   </a:t>
            </a:r>
            <a:r>
              <a:rPr sz="1400" b="1" i="0">
                <a:solidFill>
                  <a:srgbClr val="07734A"/>
                </a:solidFill>
                <a:latin typeface="Verdana"/>
              </a:rPr>
              <a:t>» faux — c'est ferme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se présenter vingt minutes avant.   </a:t>
            </a:r>
            <a:r>
              <a:rPr sz="1400" b="1" i="0">
                <a:solidFill>
                  <a:srgbClr val="07734A"/>
                </a:solidFill>
                <a:latin typeface="Verdana"/>
              </a:rPr>
              <a:t>» vrai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VOTRE DEMANDE, D'UN SEUL TENANT</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Où · quand · combien de temps · combien de personnes · les bagages · le retour.</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informations. C'est la version complète de la règle de B1, et c'est celle du jeu de rôle.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ATTENDRE D'ÊTRE AU COMPTOIR POUR DÉCIDER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verrai sur place ce que je prends comme tarif.</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sais avant d'arriver si je veux pouvoir changer ma date.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comptoir, il y a quelqu'un derrière soi et on choisit vite. La seule question qui demande vraiment à être pesée — un tarif ferme ou un tarif qui se change — se décide tranquillement, la veille.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Reprenez votre demande, complète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Debout, deux par deux : l'un demande, l'autre est au comptoir.</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dit où vous allez, et dans quelle région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donné les deux dates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dit combien de personnes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demandé pour les bagages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répété l'heure et le quai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Reprenez votre demande, complète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dit où vous allez, et dans quelle région ?   </a:t>
            </a:r>
            <a:r>
              <a:rPr sz="1900" b="1" i="0">
                <a:solidFill>
                  <a:srgbClr val="07734A"/>
                </a:solidFill>
                <a:latin typeface="Verdana"/>
              </a:rPr>
              <a:t>» sinon, le préposé cherche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donné les deux dates ?   </a:t>
            </a:r>
            <a:r>
              <a:rPr sz="1900" b="1" i="0">
                <a:solidFill>
                  <a:srgbClr val="07734A"/>
                </a:solidFill>
                <a:latin typeface="Verdana"/>
              </a:rPr>
              <a:t>» départ et retour, en chiffres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dit combien de personnes ?   </a:t>
            </a:r>
            <a:r>
              <a:rPr sz="1900" b="1" i="0">
                <a:solidFill>
                  <a:srgbClr val="07734A"/>
                </a:solidFill>
                <a:latin typeface="Verdana"/>
              </a:rPr>
              <a:t>» une seule phrase suffit</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demandé pour les bagages ?   </a:t>
            </a:r>
            <a:r>
              <a:rPr sz="1900" b="1" i="0">
                <a:solidFill>
                  <a:srgbClr val="07734A"/>
                </a:solidFill>
                <a:latin typeface="Verdana"/>
              </a:rPr>
              <a:t>» avant de payer, pas après</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répété l'heure et le quai ?   </a:t>
            </a:r>
            <a:r>
              <a:rPr sz="1900" b="1" i="0">
                <a:solidFill>
                  <a:srgbClr val="07734A"/>
                </a:solidFill>
                <a:latin typeface="Verdana"/>
              </a:rPr>
              <a:t>» c'est ce qui évite l'erreur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Notez la question sur les bagages que vous poseriez pour votre propre voyage.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question précise, pas « c'est quoi les règles ?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Pensez à ce que vous emporteriez vraiment.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Une semaine au Bic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