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grammaire. Le pronom relatif est ce qui sépare une phrase de niveau 4 d'une phrase de niveau 5 : c'est lui qui permet le discours organisé plutôt que la suite de phrases courtes.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vrai but : la production. Les trois premiers sont des moyens. Consacrer la seconde moitié de la séance à réunir des phrases, pas à identifier des pronoms.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test « qu'est-ce qui vient juste après ? » est le plus fiable et le plus rapide : un verbe, c'est « qui » ; un sujet, c'est « que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Dont » est le seul des quatre à ne pas être exigé en production au niveau 5 : il suffit de le comprendre en lecture. Le dire au groupe, ça soulage.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surprend toujours : « où » pour un moment. Donner d'autres exemples — « l'année où je suis arrivée », « le jour où il a neigé ». C'est très fréquent et jamais enseigné.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appliquer le test à voix haute à chaque ligne : « qu'est-ce qui vient après ? ». La cinquième est la plus difficile parce que le sujet « on » est court et passe inaperçu.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l'erreur de raisonnement la plus tenace, parce qu'elle vient d'une analogie avec « qui » interrogatif, qui, lui, désigne bien une personne. Le dire explicitement : ce sont deux mots différents.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qui compte. Faire lire les phrases réunies à voix haute : on entend immédiatement qu'elles sonnent plus adultes que les deux phrases courtes. C'est un argument efficace auprès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Les phrases réutilisables reviennent en C4, dans la fiche de voyage, et en E2 dans le courriel.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sentier qui, la région que, le village où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fiches touristiques sont écrites en longues phrases : « le sentier qui longe le fleuve », « la région que nous visitons », « le village où le gîte se trouve ». Sans les pronoms relatifs, on lit les mots sans lire la phrase.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semaine au 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qui » et « que » par leur fonction dans la phrase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où » pour un lieu et pour un moment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« dont » dans une phrase lue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réunir deux phrases courtes en une seule phrase claire.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« QUI » FAIT L'ACTION, « QUE » LA SUBIT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Qui » est suivi d'un verbe. « Que » est suivi d'un sujet, puis d'un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sentier qui longe le fleuve — c'est le sentier qui longe. Le sentier que j'ai pris — c'est moi qui ai pris.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PRONOMS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Chacun a son emploi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PRONOM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REMPLACE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sujet du verbe qui suit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complément du verbe qui suit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lieu, ou un moment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dont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complément introduit par « de 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PHRASES DU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Toutes tirées de la fiche du parc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sentier qui longe le fleuve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le sentier qui longe : « qui » puis un verbe.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sentier que Thuy a pris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Thuy qui a pris : « que » puis un sujet.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village où le gîte se trouve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lieu : « où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matin où la marée descend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moment : « où » aussi.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CHOIX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qui, que ou où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l'oral, puis à l'écrit.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 parc … compte quatre secteurs de camping.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gîte … Camille a recommandé est au village.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Rimouski est la ville … sa tante travaille.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sentier … monte à la montagne fait sept kilomètres.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phoques … on voit à marée basse sont sur les roches.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C'était l'automne … elle a pris son premier autocar.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qui, que ou où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 parc … compte quatre secteurs de camping.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gîte … Camille a recommandé est au village.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Rimouski est la ville … sa tante travaille.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sentier … monte à la montagne fait sept kilomètres.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phoques … on voit à marée basse sont sur les roches.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C'était l'automne … elle a pris son premier autocar.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CHOISIR « QUI » PARCE QUE ÇA PARLE D'UNE PERSONNE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gens qu'on rencontre… non, les gens qui on rencontre.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gens qu'on rencontre — « on » est le sujet, donc « que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Qui » et « que » ne dépendent pas du tout de ce dont on parle : une personne ou une chose, c'est pareil. Ils dépendent uniquement de ce qui suit dans la phrase.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Réunissez les deux phrases en une seule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l'écrit, puis lecture à voix haute.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un sentier. Il longe le fleuve.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pris un dépliant. Il présente le parc.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Voici le gîte. Camille l'a recommandé.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le village. Le phare s'y trouve.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visité le phare. Il pleuvait ce jour-là.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Réunissez les deux phrases en une seule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un sentier. Il longe le fleuve.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C'est un sentier qui longe le fleuve.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pris un dépliant. Il présente le parc.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J'ai pris un dépliant qui présente le parc.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Voici le gîte. Camille l'a recommandé.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Voici le gîte que Camille a recommandé.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le village. Le phare s'y trouve.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C'est le village où le phare se trouve.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visité le phare. Il pleuvait ce jour-là.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J'ai visité le phare le jour où il pleuvait.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phrases sur la région que vous aimeriez visiter, avec « qui » et « que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avec « qui », une avec « que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: après « qui », un verbe ; après « que », un sujet.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Une semaine au Bic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