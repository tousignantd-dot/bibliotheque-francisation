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questions au tableau dès le début et les y laisser. Toute la séance s'y ramène.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recopier, puis cacher les deux colonnes de droite et faire retrouver.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fusion est le vrai enjeu de la séance. Écrire les quatre formes au tableau : au, aux, à la, à 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la différence avec jusqu'à sur un exemple concret : « allez vers le feu » laisse dans le doute, « allez jusqu'au feu » tranche.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de langues n'ont qu'une seule préposition pour tout cela. Prévoir du temps sur cette diapositive.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quatre fusions au tableau — au, aux, du, des — et les laisser jusqu'à la fin du module. Elles servent partout.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question à voix haute avant chaque réponse : « où j'arrête ? », « de quel côté ? », « par où ?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lignes emploient de + le : la même règle, avec l'autre préposition.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construire un itinéraire complet au tableau avec le groupe, en imposant les trois prépositions. Dix minutes, très efficaces.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surtout les fusions. C'est la faute qui survit le plus longtemps.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jusqu'à, vers, par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itinéraire répond à trois questions : où j'arrête, de quel côté je vais, par où je passe. Chacune a sa préposition.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Trouver son chemin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jusqu'à pour dire où le déplacement s'arrête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vers pour donner une direction sans destination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par pour nommer le chemin emprunté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fusionner correctement : jusqu'au, jusqu'aux.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questions, trois prépositions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PRÉPOSITION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Où j'arrête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jusqu'à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jusqu'au feu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 quel côté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vers Gaétan-Boucher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Par où je passe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 le corridor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Dans le doute, c'est jusqu'à : c'est la plus fréquente dans un itinéraire.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JUSQU'À — LA LIMITE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dit où le déplacement s'arrête.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Continuez jusqu'au feu » : la personne sait exactement quand s'arrêter. Attention à la fusion : à + le donne &lt;b&gt;au&lt;/b&gt;, à + les donne &lt;b&gt;aux&lt;/b&gt;. Devant un nom de lieu sans déterminant, pas de fusion : jusqu'à Longueuil.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VERS — LA DIRECTION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donne le côté, sans dire où l'on s'arrête.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L'autobus va vers le centre-ville » ne veut pas dire qu'il s'y arrête : il peut tourner avant. C'est le mot des panneaux et des autobus, justement parce qu'il n'engage à rien.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PAR — LE CHEMIN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nomme par où l'on passe, pas où l'on 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Passez par le corridor vitré. » · « Sortez par la porte principale. » Sa cousine &lt;b&gt;à travers&lt;/b&gt; insiste sur le fait de traverser quelque chose : à travers le parc, à travers le boisé.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OUBLIER LA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Continuez jusqu'à le feu.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Continuez jusqu'au feu.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+ le donne au, à + les donne aux. La fusion est obligatoire en français, sans exception. « À le » et « de le » n'existent tout simplement pas. C'est mécanique, et ça se corrige en une séance.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préposition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 Posez-vous la question du tableau.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Continuez tout droit ___ feu de circulation.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l'autobus qui va ___ Gaétan-Boucher.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Passez ___ le corridor vitré, à votre gauche.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Sortez ___ la porte principale et tournez à droite.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la ligne jaune ___ Longueuil.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sentier passe ___ le parc.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préposition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Continuez tout droit ___ feu de circulation.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jusqu'au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l'autobus qui va ___ Gaétan-Boucher.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Passez ___ le corridor vitré, à votre gauche.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Sortez ___ la porte principale et tournez à droite.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la ligne jaune ___ Longueuil.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jusqu'à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sentier passe ___ le parc.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travers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Corrigez la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phrase contient une fusion manquée.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Marchez jusqu'à le parc.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Descendez jusqu'à les escaliers.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en face de le dépanneur.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L'escalier est au bout de le corridor.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Corrigez la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Marchez jusqu'à le parc.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jusqu'au parc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Descendez jusqu'à les escaliers.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jusqu'aux escaliers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en face de le dépanneur.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 face du dépanneur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L'escalier est au bout de le corridor.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 bout du corridor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ITINÉRAIRE COMPLET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prépositions à l'œuvre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départ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Sortez par la porte principale. » — par nomme le chemin de sortie.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milieu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Marchez jusqu'au parc, puis traversez à travers le sentier. » — jusqu'à donne la limite, à travers le passage.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fin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Prenez l'autobus qui va vers Saint-Hubert. » — vers donne la direction générale, sans promettre l'arrivée.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 d'itinéraire, une par préposition.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jusqu'à, vers, par, à travers.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chaque fusion : au, aux, du, 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Trouver son chemin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