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visuelle. Elle installe le vocabulaire dont tout le reste du module a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Attendre « feu de circulation ». Le mot « feu » seul suffit dans un itinéraire : « jusqu'au feu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Un coin de rue », jamais « coin de rue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carte contient l'erreur la plus fréquente du module : le même numéro d'autobus dans les deux sens. Elle reviendra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ligne est celle qui trompe le plus : « deux coins de rue » n'est pas une distance en mètres.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 dialogue de A1 et faire classer chaque phrase : dirige ou décrit ? Les deux familles alternent presque parfaitement.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deux élèves face à face, l'un explique « à droite ». La confusion est immédiate et mémorable.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sont dans le banc de vocabulaire. Les élèves peuvent les réviser seuls avec les cartes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Garder les billets : ils serviront de brouillon à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repères de la rue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Huit photos, huit repères. Mettre le mot juste sur chacun, c'est comprendre un itinéraire sans avoir à le faire répéter trois fois.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huit repères de la rue et du transport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chaque indication demande de faire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indication qui dirige d'une qui décrit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l'article juste : un coin, le feu, la direction.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que c'est ? À quoi ça sert dans un itinéraire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e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s'appelle cet objet, en un mot précis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Continuez jusqu'au feu » : où faut-il s'arrêter, exactement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feux y a-t-il entre chez vous et l'école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 autre repère plus visible que celui-là dans votre quartier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QUATRE REPÈRES DE LA 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ce qu'il désigne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coin de 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L'endroit où deux rues se croisent. Sert aussi de mesure : « marchez deux coins de rue » veut dire deux intersections.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feu de circulation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signal lumineux. Repère très fiable : il se voit de loin et ne bouge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trottoir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partie réservée aux piétons. « Restez sur le trottoir » est une consigne de sécurité autant qu'une direction.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en face 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l'autre côté de la rue, vis-à-vis. Se fusionne : en face du parc, en face des escaliers.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QUATRE REPÈRES DU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ce qu'il désigne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arrêt d'autobus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poteau ou l'abribus où l'autobus s'arrête. Le même numéro d'autobus a un arrêt de chaque côté de la rue — un par direction.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quai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L'endroit où on attend, dans une station ou un terminus. Chaque quai porte un numéro.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panneau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L'affiche suspendue qui indique la direction. C'est lui qu'il faut lire avant de descendre l'escalier.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escalier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Souvent le point de décision : au bout du corridor, en bas, à droite. Les itinéraires en intérieur en sont pleins.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l'indication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FAIS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Continuez tout droit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ne tourne nulle 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Jusqu'au feu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marche puis j'arrête au feu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coins de 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traverse deux fois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face de la pharmacie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change de côté de rue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bout du corridor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tout au fond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DIRIGER OU DÉCRIRE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bon itinéraire alterne : une direction, un repère, une direction, un repère.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Tournez à gauche » dirige. « Vous allez passer devant une pharmacie » décrit — ça ne dit pas où aller, mais ça confirme qu'on est sur le bon chemin. Les deux sont nécessaires : l'un trace, l'autre rassure.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CÔTÉ DE QUI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à droite. — À votre droite ou à la mienne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du côté de la pharmacie.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À droite » dépend de la personne qui marche, pas de celle qui parle. Quand vous expliquez un chemin, un repère fixe — la pharmacie, les numéros pairs, le parc — ne se trompe jamais de côté.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du vocabulaire.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Descendez au ___ de la rue, là où les deux rues se croisent.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Continuez tout droit jusqu'au ___ de circulation.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Restez sur le ___ jusqu'au parc.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Attendez sur le ___, derrière la ligne jaune.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du terminus est écrit sur le ___, au-dessus.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Descendez l'___ au bout du corridor.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Descendez au ___ de la rue, là où les deux rues se croisent.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Continuez tout droit jusqu'au ___ de circulation.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Restez sur le ___ jusqu'au parc.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trottoir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Attendez sur le ___, derrière la ligne jaune.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du terminus est écrit sur le ___, au-dessus.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panneau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Descendez l'___ au bout du corridor.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escalier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en quatre phrases le chemin entre l'arrêt d'autobus et la porte de l'école.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deux repères vus aujourd'hui.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Alternez : une direction, un repère, une direction, un repère.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