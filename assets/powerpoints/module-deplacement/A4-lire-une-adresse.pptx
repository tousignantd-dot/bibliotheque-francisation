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concrète. Faire écrire à chacun sa propre adresse au tableau dès le début : les erreurs d'ordre apparaissent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comparer avec l'ordre en usage dans les pays d'origine du groupe : la discussion est courte et très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annonce le dialogue de C4. Le lien vaut la peine d'être fait : la même logique, appliquée à un autobus.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à deux, dos à dos, pour retirer les gestes et les lèvres. Cinq minutes suffisent et l'exercice marque.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virgule après le numéro : elle est attendue sur tous les formulaires.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dessiner une rue au tableau avec quelques numéros de chaque côté. La règle devient évidente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venir quatre élèves au tableau. L'exercice est mécanique, mais il ancre l'ordre mieux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l'ordre et la virgule. Cette information servira aussi à la production écrite de E1 — expliquer le chemin pour venir chez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une adresse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340, rue Sainte-Hélène, app. 4. Trois informations dans un ordre précis — et deux règles que personne n'explique jamais : les numéros pairs, et le sens dans lequel ils montent.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adresse québécoise dans le bon 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de quel côté de la rue se trouve un numéro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si je marche dans la bonne direction en regardant les numéros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dicter mon adresse au téléphone sans être repris.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L'ordre des éléments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numéro civique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type et le nom de 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rue Sainte-Hélène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L'appartement, s'il y en a 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app.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ville et le code postal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Longueuil, J4K 2R1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 vient AVANT le nom de la rue. C'est l'inverse de plusieurs pays.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DEUX RÈGLES INVISIBLES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sauve du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Pair d'un côté, impair de l'autre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numéros pairs (2, 4, 340) sont tous du même côté de la rue ; les impairs (1, 3, 341) de l'autre. Vérifier le numéro AVANT de traverser évite de traverser deux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numéros montent vers l'extérieur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augmentent en s'éloignant du centre. Si vous marchez et que les numéros DESCENDENT alors que vous cherchez un grand numéro, vous allez dans la mauvaise direction.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deuxième règle est la plus utile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vous prévient au bout de vingt secondes de marche, avant d'avoir perdu dix minutes. C'est exactement ce que Nour fera au bloc C, dans l'autobus.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DIRE SON ADRESSE AU TÉLÉPHONE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le numéro chiffre par chiffre, puis le nom de la rue, puis épelez-le.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Trois, quatre, zéro — rue Sainte-Hélène. S, A, I, N, T, E, trait d'union… » Personne ne trouve cela lent : c'est ce que font les gens d'ici aussi, parce que les noms de rue se ressemblent.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L'ORDRE INVERSÉ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Rue Sainte-Hélène, 340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340, rue Sainte-Hélène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L'ordre inversé se comprend, mais il ralentit tout le monde — au téléphone, sur un formulaire, chez le médecin. Au Québec, le numéro vient toujours en premier, suivi d'une virgule.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Pair ou impair, de quel côté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deux règles.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340 est un numéro…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341 est…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 le 500 et les numéros descendent…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 le 12 et je suis au 340…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338 et le 340 sont…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Pair ou impair, de quel côté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340 est un numéro…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pair — du même côté que le 342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341 est…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impair — en face du 340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 le 500 et les numéros descendent…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vais dans la mauvaise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 le 12 et je suis au 340…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dois revenir vers le centre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338 et le 340 sont…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du même côté, l'un à côté de l'autre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l'adresse en 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chaque adresse correctement.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rue Chambly, 1250, appartement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app. 12, boulevard Curé-Poirier, 890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Sainte-Hélène 340 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Victoria, avenue,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l'adresse en 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rue Chambly, 1250, appartement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1250, rue Chambly, app.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app. 12, boulevard Curé-Poirier, 890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890, boulevard Curé-Poirier, app.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Sainte-Hélène 340 rue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340, rue Sainte-Hélène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Victoria, avenue, 77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77, avenue Victoria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adresse complète, puis celle de l'école.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Numéro, virgule, type et nom de rue, appartement, ville.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Indiquez si votre numéro est pair ou impair.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