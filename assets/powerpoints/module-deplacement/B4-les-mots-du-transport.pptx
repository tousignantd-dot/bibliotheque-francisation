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qui clôt le bloc B. Si possible, projeter le plan de réseau réel de la région : les élèves reconnaissent leur trajet.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Attendre le mot « quai ». La ligne au sol est une ligne de sécurité : l'expliquer, plusieurs élèves ne l'ont jamais remarquée.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Une correspondance » est le mot le plus long et le plus utile : le faire dire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Desservir » et « interruption de service » sont les deux mots des annonces. Ils reviennent au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confusion entre les deux fait manquer beaucoup d'autobus. Y consacrer cinq minutes pleines.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l'erreur que Nour commet vraiment au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raconter au groupe une fois où c'est arrivé. Il y en a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Le dernier point — les deux directions — demande souvent une vérification à la maison.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transport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Terminus, quai, correspondance, direction, fréquence. Six mots suffisent pour lire n'importe quel réseau de transport — et pour poser les bonnes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éléments d'un réseau de transport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même numéro circule dans les deux sens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fréquence d'une heure de départ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quatre questions du tableau de B1 sans les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Où sommes-nous ? Quels mots connaissez-vous déjà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quai-me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l'endroit où on attend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la ligne peinte au sol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regarde-t-on pour savoir si on est du bon côté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se trompe de quai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réseau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3684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terminus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3851" y="2121408"/>
            <a:ext cx="711515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dernier arrêt d'une ligne — c'est lui qui donne la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3684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851" y="2909620"/>
            <a:ext cx="711515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attend avant de monter.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3684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correspondance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3851" y="3697833"/>
            <a:ext cx="711515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changement d'une ligne à une autre pendant le même trajet.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3684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3851" y="4486046"/>
            <a:ext cx="711515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sens dans lequel va un véhicule.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3684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trajet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3851" y="5274259"/>
            <a:ext cx="711515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complet, du départ à l'arrivée.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lit et ce qui se paie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titre de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970" y="2121408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ou le billet qui donne le droit de monter.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fréquence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970" y="2909620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entre deux passages : « aux quinze minutes 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horaire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970" y="3697833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des heures de passage.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desservir un arrêt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970" y="4486046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S'y arrêter. Un autobus qui ne dessert pas un arrêt passe tout droit.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88896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interruption de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5970" y="5274259"/>
            <a:ext cx="616303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L'arrêt temporaire d'une ligne.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Fréquence ou heure de départ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Aux quinze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passage toutes les 15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7 h 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départ, à cette heure-là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Aux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passage par heure, souvent à l'heure pile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Toutes les heures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 que « aux heures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fréquence ne dit pas quand le prochain passe : elle dit combien de temps il faut attendre, au pire.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MÊME NUMÉRO, DEUX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L'autobus 45 existe dans les deux sens, avec le même numéro.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les distingue, c'est le nom du terminus — et le côté de la rue. L'arrêt d'en face porte le même numéro de ligne, mais va dans l'autre direction. Vérifier avant de monter coûte cinq secondes.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SUIVRE LA FOULE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 le monde descend là, je descends aussi.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vérifie le nom de la station avant de descendre.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foule descend souvent à la station la plus fréquentée, qui n'est presque jamais la vôtre. Suivre le mouvement fonctionne une fois sur trois — c'est-à-dire qu'il vous fait descendre au mauvais endroit deux fois sur trois.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arrêt de la ligne s'appelle le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Changer de ligne en cours de trajet, c'est faire une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 sur le ___, derrière la ligne jaune.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Aux quinze minutes » indique la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 autobus ne ___ pas l'arrêt aujourd'hui, à cause des travaux.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avoir un ___ de transport valide pour monter.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dernier arrêt de la ligne s'appelle le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terminus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Changer de ligne en cours de trajet, c'est faire une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correspondance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 sur le ___, derrière la ligne jaune.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Aux quinze minutes » indique la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fréquence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 autobus ne ___ pas l'arrêt aujourd'hui, à cause des travaux.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dessert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avoir un ___ de transport valide pour monter.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titre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ligne d'autobus ou de métro : numéro, terminus, fréquence, durée.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venez à pied, décrivez la ligne la plus proche de chez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Indiquez le nom du terminus dans les deux directions.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