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module. Commencer par une question au groupe : « qui s'est déjà perdu en ville depuis son arrivée ? ». Presque toutes les mains se lèvent — c'est le bon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important du module. Y revenir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Beaucoup diront qu'ils préfèrent chercher seuls plutôt que de demander. Nommer cette gêne : elle coûte du temps et elle n'a pas lieu d'être.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leçon de la séance. La souligner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réplique est la formule complète : « Excusez-moi » + « je cherche » + le nom du lieu. La faire répéter par tout le groupe,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Nour répète deux fois : « jusqu'au feu, puis à gauche » et « une pharmacie et une caisse ». C'est une technique, pas une hésitation.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séance : Nour redit tout l'itinéraire en une phrase. Faire faire la même chose à un élève, sans regarder la diapo.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Deux coins de rue » est une mesure de distance très employée ici. L'expliquer : ce n'est pas deux mètres, c'est deux intersections.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L'ordre numéro-puis-rue surprend beaucoup d'élèves : dans plusieurs pays, c'est l'inverse. Faire écrire leur propre adresse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de la carte blanche par deux élèves.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la gauche comme une faute de langue : c'est une question d'efficacité, pas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meilleures formules serviront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Excusez-moi, je cherche…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Nour est arrivée de Syrie il y a huit mois. Elle a un rendez-vous au 340, rue Sainte-Hélène, et elle vient de descendre au mauvais coin de rue.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arrêter quelqu'un poliment dans la rue pour demander mon chemin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itinéraire donné à l'oral, du premier coup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ce qu'on m'a dit pour vérifier que j'ai bien compris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repères de la rue : le coin, le feu, le trottoir.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ici.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une adresse et vous ne savez pas où aller. Qui arrêtez-vous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commencez-vous la phrase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si vous ne comprenez pas la réponse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impoli de faire répéter ? Pourquoi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Nour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D'où elle vient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Syrie. Elle est au Québec depuis huit mois.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Où elle doit 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340, rue Sainte-Hélène. Elle a un rendez-vous et elle n'est jamais allée dans ce quartier.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s'est passé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descendue de l'autobus au mauvais coin de rue. Ça arrive à tout le monde, y compris aux gens d'ici.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fait de bien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arrête quelqu'un tout de suite, et surtout : elle répète l'itinéraire à la fin pour vérifier. C'est ce qui la sauve.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première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668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517" y="2322576"/>
            <a:ext cx="80766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madame. Je cherche la rue Sainte-Hélène. C'est loin d'ici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20668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MARIE-JOSÉE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517" y="3409696"/>
            <a:ext cx="80766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Sainte-Hélène… Non, c'est à dix minutes à pied. Vous êtes à pied ou en autobus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96816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517" y="4496816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pied. Je suis descendue de l'autobus au coin, là-bas.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20668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MARIE-JOSÉE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517" y="5246116"/>
            <a:ext cx="80766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Continuez tout droit jusqu'au feu, puis tournez à gauche sur Chambly.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repères en chemin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517" y="1901952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Jusqu'au feu, puis à gauche. Et après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20668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MARIE-JOSÉE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517" y="2651252"/>
            <a:ext cx="80766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Après, marchez deux coins de rue. Vous allez passer devant une pharmacie et une caisse.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517" y="3738371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pharmacie et une caisse. D'accord.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20668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MARIE-JOSÉE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517" y="4487672"/>
            <a:ext cx="80766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Sainte-Hélène est la rue juste après la caisse. Ne la manquez pas, elle est petite.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Vérifier avant de partir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9517" y="1901952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numéro 340, il est de quel côté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20668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MARIE-JOSÉE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517" y="2651252"/>
            <a:ext cx="80766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numéros pairs sont du côté droit. Le 340 devrait être à votre droite.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20668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517" y="3738371"/>
            <a:ext cx="807660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Alors : tout droit jusqu'au feu, à gauche, deux coins de rue, après la caisse.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825492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MARIE-JOSÉE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517" y="4825492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exactement ça. Vous avez bien écouté.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repères de la 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coin de rue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2713" y="2121408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deux rues se croisent.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feu de circulation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2713" y="2909620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signal lumineux rouge, jaune et vert.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trottoir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2713" y="3697833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de la rue réservée aux piétons.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traverser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2713" y="4486046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Passer d'un côté à l'autre d'une rue ou d'un parc.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 face 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2713" y="5274259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l'autre côté, vis-à-vis.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une adresse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09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numéro civique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762" y="2121408"/>
            <a:ext cx="74422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nombre écrit avant le nom de la rue : 340, rue Sainte-Hélène.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09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numéro pair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762" y="2909620"/>
            <a:ext cx="74422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2, 4, 340 — tous du même côté de la rue.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09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numéro impair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762" y="3697833"/>
            <a:ext cx="74422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1, 3, 341 — de l'autre côté.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09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appartement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762" y="4486046"/>
            <a:ext cx="74422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S'écrit après l'adresse : 340, rue Sainte-Hélène, app. 4.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0975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intersection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762" y="5274259"/>
            <a:ext cx="744224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mot officiel pour un coin de rue, sur les panneaux.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Répétez l'itinéraire à voix haute avant de partir. Toujours.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ce que fait Nour, et c'est pour ça qu'elle arrive. Répéter n'est pas un signe qu'on a mal compris : c'est ce que font tous les gens qui reçoivent une information importante, dans toutes les langues.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DEMANDER SON CHEMIN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Où est la rue Sainte-Hélène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Excusez-moi, madame. Je cherche la rue Sainte-Hélène.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de gauche est correcte, mais elle arrive sans prévenir. « Excusez-moi » donne à l'autre personne une seconde pour s'arrêter et vous écouter. Sans ce mot, la moitié de votre phrase se perd.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emploierez la prochaine fois que vous chercherez une adresse.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Excusez-moi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 précisément ce que vous cherchez : une rue, un numéro, un édifice.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