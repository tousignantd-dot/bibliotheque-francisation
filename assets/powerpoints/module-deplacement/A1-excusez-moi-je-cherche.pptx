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Ouverture du module. Commencer par une question au groupe : « qui s'est déjà perdu en ville depuis son arrivée ? ». Presque toutes les mains se lèvent — c'est le bon départ.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troisième objectif est le plus important du module. Y revenir souvent.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Cinq minutes en grand groupe. Beaucoup diront qu'ils préfèrent chercher seuls plutôt que de demander. Nommer cette gêne : elle coûte du temps et elle n'a pas lieu d'être.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quatrième carte est la leçon de la séance. La souligner dès maintenant.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première réplique est la formule complète : « Excusez-moi » + « je cherche » + le nom du lieu. La faire répéter par tout le groupe, deux fois.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Nour répète deux fois : « jusqu'au feu, puis à gauche » et « une pharmacie et une caisse ». C'est une technique, pas une hésitation. Le dire au groupe.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cœur de la séance : Nour redit tout l'itinéraire en une phrase. Faire faire la même chose à un élève, sans regarder la diapo.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Deux coins de rue » est une mesure de distance très employée ici. L'expliquer : ce n'est pas deux mètres, c'est deux intersections.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L'ordre numéro-puis-rue surprend beaucoup d'élèves : dans plusieurs pays, c'est l'inverse. Faire écrire leur propre adresse au tableau.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répéter la phrase de la carte blanche par deux élèves. C'est la diapo à photographier.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 pas présenter la gauche comme une faute de langue : c'est une question d'efficacité, pas de grammaire.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Ramasser. Les meilleures formules serviront au jeu de rôle de E1.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A1  ·  MODULE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Excusez-moi, je cherche…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Nour est arrivée de Syrie il y a huit mois. Elle a un rendez-vous au 340, rue Sainte-Hélène, et elle vient de descendre au mauvais coin de rue.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Trouver son chemin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Trouver son chemin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arrêter quelqu'un poliment dans la rue pour demander mon chemin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un itinéraire donné à l'oral, du premier coup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répéter ce qu'on m'a dit pour vérifier que j'ai bien compris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les repères de la rue : le coin, le feu, le trottoir.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Trouver son chemin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MISE EN SITUATION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Vous êtes ici. Que faites-vous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coi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019452"/>
            <a:ext cx="3760927" cy="3760927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821944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cherchez une adresse et vous ne savez pas où aller. Qui arrêtez-vous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79928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3089656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3162808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Comment commencez-vous la phrase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765804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875532"/>
            <a:ext cx="50292" cy="821944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948684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 faites-vous si vous ne comprenez pas la réponse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889500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999228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5072380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impoli de faire répéter ? Pourquoi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Trouver son chemin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LA SITUATION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qu'on sait de Nour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D'où elle vient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 Syrie. Elle est au Québec depuis huit mois.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Où elle doit aller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Au 340, rue Sainte-Hélène. Elle a un rendez-vous et elle n'est jamais allée dans ce quartier.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Ce qui s'est passé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Elle est descendue de l'autobus au mauvais coin de rue. Ça arrive à tout le monde, y compris aux gens d'ici.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Ce qu'elle fait de bien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Elle arrête quelqu'un tout de suite, et surtout : elle répète l'itinéraire à la fin pour vérifier. C'est ce qui la sauve.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Trouver son chemin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DIALOGUE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première phrase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d'abord l'enregistrement, diapo masquée. Lisez ensuite.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206682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NOUR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99517" y="2322576"/>
            <a:ext cx="807660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Excusez-moi, madame. Je cherche la rue Sainte-Hélène. C'est loin d'ici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409696"/>
            <a:ext cx="206682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MARIE-JOSÉE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99517" y="3409696"/>
            <a:ext cx="807660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Sainte-Hélène… Non, c'est à dix minutes à pied. Vous êtes à pied ou en autobus 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4496816"/>
            <a:ext cx="206682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NOUR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99517" y="4496816"/>
            <a:ext cx="807660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pied. Je suis descendue de l'autobus au coin, là-bas.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5081524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5246116"/>
            <a:ext cx="206682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MARIE-JOSÉE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99517" y="5246116"/>
            <a:ext cx="807660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D'accord. Continuez tout droit jusqu'au feu, puis tournez à gauche sur Chambly.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Trouver son chemin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DIALOGUE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repères en chemin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206682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NOUR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99517" y="1901952"/>
            <a:ext cx="807660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Jusqu'au feu, puis à gauche. Et après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651252"/>
            <a:ext cx="206682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MARIE-JOSÉE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99517" y="2651252"/>
            <a:ext cx="807660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Après, marchez deux coins de rue. Vous allez passer devant une pharmacie et une caisse.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57378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738371"/>
            <a:ext cx="206682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NOUR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99517" y="3738371"/>
            <a:ext cx="807660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pharmacie et une caisse. D'accord.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487672"/>
            <a:ext cx="206682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MARIE-JOSÉE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99517" y="4487672"/>
            <a:ext cx="807660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Sainte-Hélène est la rue juste après la caisse. Ne la manquez pas, elle est petite.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Trouver son chemin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DIALOGUE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Vérifier avant de partir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1901952"/>
            <a:ext cx="206682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NOUR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99517" y="1901952"/>
            <a:ext cx="807660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le numéro 340, il est de quel côté 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48665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32688" y="2651252"/>
            <a:ext cx="206682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MARIE-JOSÉE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99517" y="2651252"/>
            <a:ext cx="807660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numéros pairs sont du côté droit. Le 340 devrait être à votre droite.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57378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738371"/>
            <a:ext cx="206682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NOUR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99517" y="3738371"/>
            <a:ext cx="807660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Merci beaucoup. Alors : tout droit jusqu'au feu, à gauche, deux coins de rue, après la caisse.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825492"/>
            <a:ext cx="206682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MARIE-JOSÉE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99517" y="4825492"/>
            <a:ext cx="807660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C'est exactement ça. Vous avez bien écouté.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Trouver son chemin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VOCABULAIRE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repères de la rue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2975705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coin de rue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82713" y="2121408"/>
            <a:ext cx="7076293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L'endroit où deux rues se croisent.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76331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09620"/>
            <a:ext cx="2975705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feu de circulation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82713" y="2909620"/>
            <a:ext cx="7076293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signal lumineux rouge, jaune et vert.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551529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697833"/>
            <a:ext cx="2975705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trottoir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82713" y="3697833"/>
            <a:ext cx="7076293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partie de la rue réservée aux piétons.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33974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486046"/>
            <a:ext cx="2975705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traverser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82713" y="4486046"/>
            <a:ext cx="7076293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Passer d'un côté à l'autre d'une rue ou d'un parc.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512795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5274259"/>
            <a:ext cx="2975705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en face 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82713" y="5274259"/>
            <a:ext cx="7076293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De l'autre côté, vis-à-vis.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Trouver son chemin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VOCABULAIRE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Lire une adresse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2609754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 numéro civique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16762" y="2121408"/>
            <a:ext cx="7442244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Le nombre écrit avant le nom de la rue : 340, rue Sainte-Hélène.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76331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09620"/>
            <a:ext cx="2609754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numéro pair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16762" y="2909620"/>
            <a:ext cx="7442244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2, 4, 340 — tous du même côté de la rue.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551529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697833"/>
            <a:ext cx="2609754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numéro impair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16762" y="3697833"/>
            <a:ext cx="7442244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1, 3, 341 — de l'autre côté.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33974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486046"/>
            <a:ext cx="2609754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appartement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16762" y="4486046"/>
            <a:ext cx="7442244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S'écrit après l'adresse : 340, rue Sainte-Hélène, app. 4.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512795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5274259"/>
            <a:ext cx="2609754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intersection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16762" y="5274259"/>
            <a:ext cx="7442244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mot officiel pour un coin de rue, sur les panneaux.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Trouver son chemin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CE QU'IL FAUT RETENIR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Répétez l'itinéraire à voix haute avant de partir. Toujours.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C'est ce que fait Nour, et c'est pour ça qu'elle arrive. Répéter n'est pas un signe qu'on a mal compris : c'est ce que font tous les gens qui reçoivent une information importante, dans toutes les langues.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Trouver son chemin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DEMANDER SON CHEMIN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Où est la rue Sainte-Hélène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Excusez-moi, madame. Je cherche la rue Sainte-Hélène.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La question de gauche est correcte, mais elle arrive sans prévenir. « Excusez-moi » donne à l'autre personne une seconde pour s'arrêter et vous écouter. Sans ce mot, la moitié de votre phrase se perd.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Trouver son chemin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la phrase que vous emploierez la prochaine fois que vous chercherez une adresse.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Commencez par « Excusez-moi ».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1022096"/>
          </a:xfrm>
          <a:prstGeom prst="roundRect">
            <a:avLst>
              <a:gd name="adj" fmla="val 8946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747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Nommez précisément ce que vous cherchez : une rue, un numéro, un édifice.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Trouver son chemin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