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longue et très concrète. Apporter un horaire papier et un plan de réseau si possible — les sociétés de transport en distribuent.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dialogue contient l'essentiel de la séance. Le faire écouter avant d'expliquer quoi que ce soit.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La troisième ligne est celle qui coûte le plus cher quand on l'ignore.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un plan réel en parallèle. Les élèves retrouvent leur propre trajet en quelques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Si les élèves ne retiennent qu'une chose du module, c'est celle-là.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sur un horaire réel : l'écart entre les deux colonnes surprend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reprend B4. La répétition entre les blocs est voulue.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tracer un trajet complet sur le plan projeté, avec une correspondance. Dix minutes, très efficaces.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erreurs sont celles que les élèves rapportent le plus souvent. Leur demander s'ils en ont vécu 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à faire à la maison, sur un horaire réel. C'est le travail le plus utile du module : il se refait toute la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horaire et un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colonnes de chiffres, des petites lettres, des cercles blancs et noirs. Tout est écrit, rien n'est expliqué. Quatre conventions suffisent à tout lire.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Trouver son chemin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colonne de la semaine de celle de la fin de semaine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qu'annonce une petite lettre à côté d'une heure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plan : couleurs, cercles blancs, cercles noirs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direction d'une ligne en une seule opération.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colonnes de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repérez les deux conventions expliquées.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PATRICE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6675" y="2322576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n'arrive pas à lire cet horaire. Il y a deux colonnes de chiffres.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6675" y="3071876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première colonne, c'est la semaine. La deuxième, c'est la fin de semaine.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158995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PATRICE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6675" y="4158995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les lettres à côté des heures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908296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6675" y="4908296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petit « a », ça veut dire que l'autobus ne va pas jusqu'au terminus. Il s'arrête avant.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L'horaire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Première colonne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lundi au vendredi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Deuxième colonne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 et dimanche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petite lettre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exception — voir la légende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Aux quinze minutes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intervalle, pas une heure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légende des lettres est en bas de la page, en très petits caractères.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plan de réseau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SYMBOLE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couleur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ligne complète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cercle blanc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arrêt ordinaire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cercle noir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correspondance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en gras au bout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terminus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ne change de ligne qu'aux cercles noirs.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D'OR, ENCORE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 du terminus donne la direction. Sur un plan comme sur un quai.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troisième fois du module qu'on le dit, et c'est voulu. Sur un horaire, sur un plan, sur un panneau, sur un autobus : cherchez le nom du terminus avant tout le reste. Le numéro de la ligne ne distingue pas les deux sens.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LIRE LA MAUVAISE COLONNE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samedi, je lis la première colonne.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samedi, je lis la deuxième colonne.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L'erreur ne se voit pas : on attend simplement un autobus qui ne viendra jamais. Le service de fin de semaine est toujours plus rare, et parfois inexistant sur certaines lignes.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l'horaire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ce que Nour explique.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première colonne est celle de la…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deuxième colonne est celle de la…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petit « a » veut dire que l'autobus ne va pas jusqu'au…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Patrice doit donc prendre celui de 7 h…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Aux vingt minutes » est une…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l'horaire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première colonne est celle de la…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semaine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deuxième colonne est celle de la…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fin de semaine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petit « a » veut dire que l'autobus ne va pas jusqu'au…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terminus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Patrice doit donc prendre celui de 7 h…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51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Aux vingt minutes » est une…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fréquence, pas une heure de départ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ce que chaque symbole indique.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cercle blanc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cercle noir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couleur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en gras au bout d'une ligne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trait pointillé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 le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cercle blanc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arrêt ordinaire — on descend, mais on ne change pas de ligne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cercle noir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correspondance — on peut changer de ligne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couleur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ligne complète, d'un terminus à l'autre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en gras au bout d'une ligne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terminus — il donne la direction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trait pointillé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service temporaire ou partiel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ERREURS COÛTEUSES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comment les éviter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Changer de ligne à un cercle blanc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sort de la station pour rien. Vérifier la couleur du cercle avant de descendre.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Ignorer la petite lettre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L'autobus s'arrête à mi-chemin et on descend là où on ne connaît personne. La légende est en bas de la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Se fier au numéro de la ligne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même numéro circule dans les deux sens. Seul le nom du terminus les distingue.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l'horaire de la ligne la plus proche de chez vous et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quelle heure passe le premier autobus, en semaine ? Et le samedi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 est le nom du terminus dans chaque direction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Y a-t-il des petites lettres ? Que disent-elles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Trouver son chemin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