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Si possible, apporter un plan de réseau papier — les sociétés de transport en distribuent gratuitement.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Plusieurs élèves utilisent déjà une application : très bien. Faire remarquer qu'elle ne dit pas quel quai prendre dans une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 teintées : la question complète, la réponse en deux moyens, et l'avertissement sur le quai. C'est le cœur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règle d'or du module est dans la deuxième réplique. L'écrire au tableau et l'y laisser jusqu'à la fin : « le nom du terminus donne la direction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Aux quinze minutes » est une fréquence, pas une heure de départ. L'expliquer : c'est une source de malentendu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recopier. Ces quatre questions sont la liste de vérification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 à photographier du bloc B. La faire répéter par deux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erreur revient au dialogue de C4, où Nour la commet vraiment.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mérite discussion : une flèche sans nom n'est pas une erreur, c'est une information incomplète. Il faut chercher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trajets réels serviront à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Quelle ligne, quelle direction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Nour doit aller à l'hôpital Charles-Le Moyne. Une ligne de métro, un terminus, un autobus, trois arrêts. Le plus difficile n'est pas le chemin : c'est de choisir le bon quai.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comment se rendre quelque part en transport en commun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en plusieurs étapes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bon quai en lisant le nom du terminus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combien de temps dure le trajet.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devez aller à l'hôpital, à l'autre bout de la ville. Par où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demandez-vous : un passant, un employé, une application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première question à poser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savez-vous si vous montez du bon côté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prévoyez-vous d'avance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ligne et le terminus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6173" y="2322576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dois aller à l'hôpital Charles-Le Moyne. Est-ce que je peux y aller en métro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6173" y="3409696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métro puis en autobus. Prenez la ligne jaune jusqu'à Longueuil, c'est le terminus.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173" y="4496816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ligne jaune. Et je monte de quel côté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6173" y="5246116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côté « direction Longueuil ». Faites attention : l'autre quai va vers Berri, dans le sens contraire.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6173" y="190195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je sais que c'est le bon quai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173" y="265125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le panneau au-dessus de l'escalier. Le nom du terminus est toujours écrit dessus.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6173" y="3738371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après Longueuil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6173" y="448767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Sortez du métro, montez au terminus d'autobus. Prenez celui qui va vers Gaétan-Boucher.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6173" y="190195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 qui va vers Gaétan-Boucher. Il passe souvent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6173" y="265125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quinze minutes. Descendez au troisième arrêt, l'hôpital est juste en 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6173" y="3738371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prend combien de temps en tout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6173" y="448767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Comptez quarante minutes, une heure si vous manquez l'autobus. Partez d'avance.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à poser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APPREND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ligne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numéro ou la couleur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direction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nom du terminus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je descends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l'arrêt ou la station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prend combien de temps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quand partir de chez soi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88289"/>
          </a:xfrm>
          <a:prstGeom prst="roundRect">
            <a:avLst>
              <a:gd name="adj" fmla="val 18559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31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La deuxième est celle qu'on oublie — et c'est la seule qui empêche de partir dans le mauvais sens.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D'OR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du terminus donne la direction. Lisez-le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Sur un quai, sur un autobus, sur un panneau : c'est toujours le nom du terminus qu'il faut lire avant tout le reste. Le numéro de la ligne ne suffit pas — le même numéro circule dans les deux sens.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SE FIER AU NUMÉRO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prends le 45, c'est le bon numéro.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prends le 45 direction Saint-Hubert.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L'autobus 45 existe dans les deux directions, avec exactement le même numéro. Monter dans le bon numéro du mauvais côté de la rue est l'erreur la plus fréquente — et la plus longue à réparer.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 quai ou mauvais quai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Nour veut aller à Longueuil. Cet indice l'envoie-t-il du bon côté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dit « direction Longueuil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dit « direction Berri-UQAM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du terminus écrit sur le train est Longueuil.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suit la foule sans rien vérifier.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demandé au préposé, qui a confirmé.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montre une flèche, sans nom de terminus.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 quai ou mauvais quai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dit « direction Longueuil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 quai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dit « direction Berri-UQAM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mauvais quai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du terminus écrit sur le train est Longueuil.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 quai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suit la foule sans rien vérifier.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mauvais quai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demandé au préposé, qui a confirmé.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 quai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montre une flèche, sans nom de terminus.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mauvais quai — l'information manque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le trajet entre chez vous et l'école : ligne, direction, arrêt, durée.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les quatre questions du tableau.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venez à pied, décrivez le trajet en repères de rue.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