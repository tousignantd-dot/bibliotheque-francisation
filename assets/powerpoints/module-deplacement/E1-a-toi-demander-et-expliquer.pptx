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production. Prévoir les postes et les écouteurs. Rendre d'abord les billets corrigés de B1, C1 et C2 : ce sont les brouillons.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: une formule d'ouverture, une question courte, deux impératifs, deux prépositions, deux repères. Tout le module y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Passer dans les rangées. Les élèves qui bloquent ont presque toujours oublié de dire d'où ils partent.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trajet est libre : de chez soi à l'école, à l'épicerie, chez le médecin. Les billets de B1 et C1 contiennent déjà le matériel.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billet de C2 — expliquer par téléphone sans dire « à droite » — est le brouillon de cette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liste de vérification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trouver la faute par le groupe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clairement. Plusieurs élèves n'osent pas se tromper devant l'assistant parce qu'ils croient que tout est vu. Ce n'est pas le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annoté à la séance E2, où les élèves font leur autoévaluation.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demander et expliquer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productions, dans l'ordre : une conversation avec l'assistant, un trajet expliqué à voix haute, des indications écrites. La conversation sert de répétition aux deux autres.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mon chemin ou l'expliquer, à l'oral, avec un interlocuteur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un trajet que je connais, en trois temps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des indications claires pour venir chez moi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 relire et me corriger avant d'envoyer.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Perdue au terminus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Repérez tout ce que vous avez appris dans ces quatre répliques.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6173" y="2322576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Excusez-moi, je cherche le quai 12. Je tourne en rond depuis dix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GILLES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6173" y="3409696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au bon étage, mais du mauvais côté. Les quais 1 à 10 sont ici, les autres sont derrière.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322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96816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6173" y="4496816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Derrière ? Je passe par où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246116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GILLES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6173" y="5246116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Passez par le corridor vitré, à votre gauche, et descendez l'escalier au bout.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1 ·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ça 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Tu choisis 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Au terminus, au coin de la rue, ou à pied jusqu'à un bureau. Trois situations ordinaires.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Tu choisis ton 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personne qui cherche, ou celle qui explique. Les deux sont à pratiquer : expliquer est plus difficile.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L'assistant ne donne pas tout d'un coup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ou deux étapes à la fois, comme dans la vraie vie. À toi de demander la suite et de répéter pour vérifier.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Ton but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Arriver à destination, et savoir combien de temps ça prend.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2 · LE TRAJET EXPLIQUÉ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quarante-cinq secondes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1 · Le départ et l'arrivée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Tu pars de l'école et tu vas à la clinique, sur Chambly.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2 · Les étapes, à l'impératif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Sors par la porte principale, tourne à droite, marche jusqu'au feu.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3 · Les repères et la durée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C'est celui qui a une porte vitrée. Compte quinze minutes.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3 · LES INDICATIONS ÉCRITES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 venir chez toi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Ce qu'elles doivent contenir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point de départ ; les étapes dans l'ordre ; deux repères visuels ; la durée.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Ce qu'on vérifie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moins trois verbes à l'impératif, et une fois jusqu'à, vers ou par. Cinq à huit phrases.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Avant d'envoyer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Relis-toi à voix basse. Vérifie le -s de l'impératif et chaque fusion : au, aux, du, 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D'ENVOYER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Relis-toi une fois, à voix basse.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choses à vérifier, toujours les mêmes : le -s de l'impératif à la forme tu, les fusions (au, aux, du, des), et la présence du point de départ. Ce sont les trois fautes du module.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OUBLIER D'OÙ L'AUTRE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Tourne à droite, marche jusqu'au parc, c'est le troisième édifice.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17181A"/>
                </a:solidFill>
                <a:latin typeface="Verdana"/>
              </a:rPr>
              <a:t>Tu pars de l'école ? Alors sors par la porte principale et tourne à droite.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itinéraire sans point de départ n'est pas un itinéraire : c'est une suite d'ordres qui peut mener n'importe où. C'est la première question de Nour à Patrice, et c'est la première chose que l'assistant vous demandera.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L'ENSEIGNANT REÇOIT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qu'il ne reçoit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Le trajet expliqué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Ton enregistrement et sa transcription, si tu choisis de les envoyer. Rien ne part tant que tu n'as pas cliqué.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Les indications écrites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texte que tu déposes, tel que tu l'as écrit. Tu peux le reprendre autant de fois que tu veux avant d'envoyer.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Ce qui n'est jamais conservé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corrections de l'assistant et la conversation du jeu de rôle. Elles servent à t'entraîner, pas à t'évaluer.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avoir envoyé : notez une chose que vous corrigeriez si vous recommenciez.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la plus importante pour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j'ai oublié de dire d'où on part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