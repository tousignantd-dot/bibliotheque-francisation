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Faire le lien avec A2 : les consonnes qui tombent expliquent la moitié de ce que le groupe n'entend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une seule fois, puis demander ce qui a été compris. Le mot « dessert » sera rarement saisi : c'est justement le mot clé.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Les élèves n'ont pas à tout comprendre : ils doivent reconnaître le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expressions valent à elles seules la séance. Les écrire au tableau et les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annonces qui demandent sont presque toujours à l'impératif. Faire le lien avec B2 : c'est le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le groupe. C'est une phrase de survie urbaine, pas un aveu de faiblesse.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Défi 3 pour l'écoute. Deux passages avant de donner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reprend la leçon de C4. La cohérence entre les séances aide les élèves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relevés font une excellente entrée en matière pour D2. En lire deux ou trois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annonces qu'on entend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secondes, un haut-parleur, du bruit de foule. Les annonces du transport sont courtes et souvent mal audibles — mais elles suivent toujours la même forme.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types d'annonce du transport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annonce qui informe d'une annonce qui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deux mots qui annoncent un problème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faire quand on n'a pas tout entendu.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Qu'avez-vous compris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En raison de travaux, l'autobus 45 ne dessert pas l'arrêt Sainte-Foy.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mots avez-vous saisis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une bonne ou une mauvaise nouvelle pour 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maintenant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types d'annonce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prochain arrêt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Prochain arrêt : Curé-Poirier.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consigne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Laissez descendre avant de monter.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problème de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service est interrompu.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départ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Dernier appel, quai 12.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troisième type est le seul qui vous oblige à changer vos plans.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DEUX MOTS À RECONNAÎTRE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Ceux qui annoncent un problème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« ne dessert pas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L'autobus passe sans s'arrêter à cet arrêt. Il faut descendre avant, ou après. Le verbe « desservir » n'existe presque que dans ce contexte.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« interruption de service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ligne est coupée entre deux points. Un service de remplacement est presque toujours annoncé juste après : écoutez la 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Les deux se ressemblent, mais…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Ne dessert pas » ne touche qu'un arrêt. « Interruption » touche tout un tronçon. La deuxième est plus grave.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INFORMER OU DEMANDER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annonce vous donne une information, ou vous demande de faire quelque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Prochain arrêt : Curé-Poirier » informe. « Laissez descendre avant de monter » demande. Reconnaître lequel des deux, c'est déjà savoir s'il faut bouger ou non — même sans avoir tout compris.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FAIRE SEMBLANT D'AVOIR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pas compris, mais tout le monde reste assis, alors je reste.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Excusez-moi, qu'est-ce qu'ils ont dit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à son voisin est parfaitement normal, y compris entre gens d'ici — les annonces sont souvent inaudibles pour tout le monde. La phrase tient en cinq mots et évite de rater son arrêt.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m'informe, ou on me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annonce.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Prochain arrêt : boulevard Curé-Poirier.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Laissez descendre avant de monter.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raison de travaux, l'autobus ne dessert pas cet arrêt.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Attention à l'espace entre le quai et la voiture.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Tous les passagers doivent descendre.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service d'autobus est offert à la sortie.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m'informe, ou on me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Prochain arrêt : boulevard Curé-Poirier.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m'informe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Laissez descendre avant de monter.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me demande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raison de travaux, l'autobus ne dessert pas cet arrêt.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m'informe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Attention à l'espace entre le quai et la voiture.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me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Tous les passagers doivent descendre.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me demande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service d'autobus est offert à la sortie.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m'informe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QUAND ON N'A PAS TOUT ENTENDU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Regarder l'afficheur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plupart des véhicules affichent le prochain arrêt à l'écran. L'annonce sonore n'est qu'un doublon.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Demander à son voisin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Excusez-moi, qu'est-ce qu'ils ont dit ? » Personne ne s'en offusque.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Descendre et vérifier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cas de doute sérieux, descendre au prochain arrêt coûte cinq minutes. Rester dans le doute peut en coûter quarante.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annonce entendue cette semaine dans un lieu public.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l'autobus, au métro, à l'épicerie, à l'hôpital.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 quel type était-elle ? Vous informait-elle, ou vous demandait-elle quelque chose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