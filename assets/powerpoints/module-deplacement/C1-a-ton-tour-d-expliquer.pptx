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bloc C. Renverser les rôles est le vrai saut du module : comprendre un itinéraire est plus facile que d'en donner 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Insister sur la première piste : demander le point de départ est l'étape que tout le monde saute, et sans elle rien ne fonctionne.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réplique contient la question qui sauve tout : « tu pars d'ici ? ». Sans elle, l'itinéraire pourrait être entièrement faux.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Celui-là » et « celui qui » : deux pronoms démonstratifs en quatre répliques. Les signaler sans les enseigner — c'est la séance C3.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est ce qui distingue une bonne explication d'une explication correcte : l'avertissement que l'autre n'a pas pensé à demander.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Cacher la colonne de droite et faire reconstituer de mémoire, à deux. L'ordre est ce qui compte.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La faire répéter par deux élèves.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l'expérience : un élève débite six étapes, un autre essaie de les répéter. L'échec est immédiat et convaincant.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billet est le brouillon direct de la production écrite de E1. Le corriger et le rendre avant cette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À ton tour d'expliquer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Cette fois, c'est Nour qui explique. Patrice doit se rendre au centre d'emploi demain matin. Sortir, tourner, traverser, marcher : quatre verbes suffisent, si l'ordre est bon.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Trouver son chemin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un itinéraire à pied, étape par étape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des repères visuels que l'autre reconnaîtra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annoncer la durée du trajet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ajouter l'avertissement utile que personne n'a demandé.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Quelqu'un vous demande le chemin. Par quoi commencez-vous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Demandez-vous d'abord d'où la personne part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Donnez-vous tout l'itinéraire d'un coup, ou étape par étape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Quels repères choisissez-vous : des noms de rue, des commerces, des couleurs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Dites-vous combien de temps ça prend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D'où pars-tu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22576"/>
            <a:ext cx="142398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PATRICE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6675" y="2322576"/>
            <a:ext cx="871945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Nour, tu connais le chemin pour aller au centre d'emploi ? Je dois y aller demain matin.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24510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409696"/>
            <a:ext cx="142398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6675" y="3409696"/>
            <a:ext cx="871945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j'y suis allée la semaine passée. Tu pars d'ici, du centre de formation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496816"/>
            <a:ext cx="14239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PATRICE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6675" y="4496816"/>
            <a:ext cx="87194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à huit heures.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0815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5246116"/>
            <a:ext cx="142398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NOUR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56675" y="5246116"/>
            <a:ext cx="871945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sors par la porte principale et tourne à droite. Marche jusqu'au parc.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repère qu'on reconnaît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14239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PATRICE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6675" y="1901952"/>
            <a:ext cx="87194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parc avec les jeux d'enfants 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2651252"/>
            <a:ext cx="142398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6675" y="2651252"/>
            <a:ext cx="871945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Celui-là, oui. Traverse le parc, il y a un sentier au milieu. Tu arrives sur la rue Victoria.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38371"/>
            <a:ext cx="14239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PATRICE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6675" y="3738371"/>
            <a:ext cx="87194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là, à droite ou à gauche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230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487672"/>
            <a:ext cx="142398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6675" y="4487672"/>
            <a:ext cx="871945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gauche. L'édifice est le troisième, celui qui a une grande porte vitrée.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ajoute sans qu'on le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14239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PATRICE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6675" y="1901952"/>
            <a:ext cx="87194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une enseigne 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2651252"/>
            <a:ext cx="142398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6675" y="2651252"/>
            <a:ext cx="871945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petite, au-dessus de la porte. Ne cherche pas une grande affiche, il n'y en a pas.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38371"/>
            <a:ext cx="14239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PATRICE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6675" y="3738371"/>
            <a:ext cx="87194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me prend combien de temps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230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487672"/>
            <a:ext cx="142398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6675" y="4487672"/>
            <a:ext cx="871945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Douze minutes à pied. Mais s'il pleut, ne traverse pas le parc : le sentier devient de la boue.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cinq étapes du trajet de Patrice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OÙ IL 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sortant du centre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sortir par la porte principale, tourner à droite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Sur le trottoir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marcher jusqu'au parc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Dans le parc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traverser par le sentier du milieu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Sur la rue Victoria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tourner à gauche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l'arrivée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chercher le troisième édifice, celui à la porte vitrée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CE QU'IL FAUT RETENIR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Demandez toujours d'où la personne part. C'est l'étape qu'on saute.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itinéraire est relatif à un point de départ. Sans lui, la meilleure explication du monde envoie la personne dans la mauvaise direction. Nour pose la question dès sa deuxième réplique.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TOUT DONNER D'UN COUP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7181A"/>
                </a:solidFill>
                <a:latin typeface="Verdana"/>
              </a:rPr>
              <a:t>Sors, tourne à droite, marche jusqu'au parc, traverse, tourne à gauche, c'est le troisième.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7181A"/>
                </a:solidFill>
                <a:latin typeface="Verdana"/>
              </a:rPr>
              <a:t>Sors par la porte principale et tourne à droite. Marche jusqu'au parc. — Le parc avec les jeux ? — Celui-là, oui.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Personne ne retient six étapes d'affilée. Donnez-en une ou deux, attendez que l'autre confirme, puis continuez. C'est ce que fait Nour, et c'est pour ça que Patrice suit.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Nour n'est jamais allée à cet endroit.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sortir par la porte principale et tourner à droite.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Après le parc, il faut tourner à droite sur Victoria.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une grande affiche sur l'édifice.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trajet prend douze minutes à pied.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S'il pleut, Nour conseille de traverser le parc quand même.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Nour n'est jamais allée à cet endroit.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y est allée la semaine passée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sortir par la porte principale et tourner à droite.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Après le parc, il faut tourner à droite sur Victoria.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à gauche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une grande affiche sur l'édifice.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une petite enseigne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trajet prend douze minutes à pied.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S'il pleut, Nour conseille de traverser le parc quand même.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le sentier devient de la boue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l'itinéraire de l'arrêt d'autobus jusqu'à la porte de votre logement.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Cinq étapes maximum, dans l'ordre.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Au moins deux repères visuels et la durée.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Trouver son chemin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