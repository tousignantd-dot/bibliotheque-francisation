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Renverser les rôles est le vrai saut du module : comprendre un itinéraire est plus facile que d'en donner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Insister sur la première piste : demander le point de départ est l'étape que tout le monde saute, et sans elle rien ne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contient la question qui sauve tout : « tu pars d'ici ? ». Sans elle, l'itinéraire pourrait être entièrement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Celui-là » et « celui qui » : deux pronoms démonstratifs en quatre répliques. Les signaler sans les enseigner — c'est la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ce qui distingue une bonne explication d'une explication correcte : l'avertissement que l'autre n'a pas pensé à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reconstituer de mémoire, à deux. L'ordre est ce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faire répéter par deux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un élève débite six étapes, un autre essaie de les répéter. L'échec est immédiat et convaincant.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le brouillon direct de la production écrite de E1. Le corriger et le rendre avant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ton tour d'expliquer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c'est Nour qui explique. Patrice doit se rendre au centre d'emploi demain matin. Sortir, tourner, traverser, marcher : quatre verbes suffisent, si l'ordre est bon.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itinéraire à pied, étape par étape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des repères visuels que l'autre reconnaîtra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la durée du trajet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l'avertissement utile que personne n'a demandé.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vous demande le chemin.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Demandez-vous d'abord d'où la personne part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Donnez-vous tout l'itinéraire d'un coup, ou étape par étape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repères choisissez-vous : des noms de rue, des commerces, des couleurs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Dites-vous combien de temps ça prend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D'où pars-tu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2322576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Nour, tu connais le chemin pour aller au centre d'emploi ? Je dois y aller demain matin.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3409696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j'y suis allée la semaine passée. Tu pars d'ici, du centre de formation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6675" y="449681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à huit heures.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6675" y="5246116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sors par la porte principale et tourne à droite. Marche jusqu'au parc.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repère qu'on reconnaît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parc avec les jeux d'enfants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6675" y="265125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Celui-là, oui. Traverse le parc, il y a un sentier au milieu. Tu arrives sur la rue Victoria.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6675" y="373837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là, à droite ou à gauche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6675" y="448767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gauche. L'édifice est le troisième, celui qui a une grande porte vitrée.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ajoute sans qu'on le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enseigne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6675" y="265125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petite, au-dessus de la porte. Ne cherche pas une grande affiche, il n'y en a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6675" y="373837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prend combien de temps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6675" y="448767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Douze minutes à pied. Mais s'il pleut, ne traverse pas le parc : le sentier devient de la boue.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étapes du trajet de Patrice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sortant du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sortir par la porte principale, tourner à droite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le trottoir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marcher jusqu'au parc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le parc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traverser par le sentier du milieu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la rue Victoria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tourner à gauche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l'arrivée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chercher le troisième édifice, celui à la porte vitrée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toujours d'où la personne part. C'est l'étape qu'on saute.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itinéraire est relatif à un point de départ. Sans lui, la meilleure explication du monde envoie la personne dans la mauvaise direction. Nour pose la question dès sa deuxième réplique.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TOUT DONNER D'UN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Sors, tourne à droite, marche jusqu'au parc, traverse, tourne à gauche, c'est le troisième.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Sors par la porte principale et tourne à droite. Marche jusqu'au parc. — Le parc avec les jeux ? — Celui-là, oui.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retient six étapes d'affilée. Donnez-en une ou deux, attendez que l'autre confirme, puis continuez. C'est ce que fait Nour, et c'est pour ça que Patrice suit.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Nour n'est jamais allée à cet endroit.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sortir par la porte principale et tourner à droite.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parc, il faut tourner à droite sur Victoria.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grande affiche sur l'édifice.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trajet prend douze minutes à pied.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pleut, Nour conseille de traverser le parc quand même.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Nour n'est jamais allée à cet endroit.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y est allée la semaine passée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sortir par la porte principale et tourner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parc, il faut tourner à droite sur Victoria.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gauche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grande affiche sur l'édifice.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petite enseigne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trajet prend douze minutes à pied.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pleut, Nour conseille de traverser le parc quand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sentier devient de la boue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l'itinéraire de l'arrêt d'autobus jusqu'à la porte de votre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étapes maximum, dans l'ordre.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deux repères visuels et la durée.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