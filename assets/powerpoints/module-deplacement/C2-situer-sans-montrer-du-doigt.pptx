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une contrainte : demander à un élève d'expliquer un chemin les mains dans les poches. La difficulté apparaît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recopier. Ce sont les seuls dont on ne peut pas se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Tous se fusionnent : au coin DU parc, au bout DES escaliers. La fusion revient pour la troisième fois du module — c'est voulu : elle s'installe par répétition, pas par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 dialogue de C1 et faire classer chaque phrase. L'alternance est presque parfaite.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face à face : deux élèves, l'un explique « à droite ». La confusion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les fusions aux lignes 4 et 5 : au milieu DU, au bout 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ligne se discute : « en face » dirige quand il dit où aller, décrit quand il situe. Accepter les deux si l'élève justifie.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précautions sont exactement ce que l'assistant demandera au jeu de rôle de E1.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contrainte est artificielle mais très formatrice. Corriger et rendre avant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Situer sans montrer du doigt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Expliquer un chemin en personne, c'est facile : on montre. Au téléphone ou par écrit, il faut des mots. Le français en a une dizaine, et ils suffisent à toute une ville.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repères qui dirigent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repères qui décrivent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dans un espace : au coin, au bout, au milieu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éviter le piège du côté en donnant un repère fixe.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qui dirigent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REPÈRE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FAIS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droit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tourne nulle 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gauche / à droite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tourne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face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change de côté de 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marche puis j'arrête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ces quatre-là, aucun itinéraire n'est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qui situent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REPÈRE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devant / derrière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la pharmacie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côté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côté de la caisse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coin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coin de deux rues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bout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bout du corridor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milieu 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milieu du parc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au-dessus 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au-dessus de la porte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DIRIGER ET DÉCRIRE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bon itinéraire alterne les deux familles.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repères qui dirigent tracent le chemin. Ceux qui décrivent confirment qu'on ne s'est pas trompé. Un itinéraire qui ne fait que décrire laisse la personne sur place ; un itinéraire qui ne fait que diriger l'inquiète à chaque coin de rue.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CÔTÉ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à votre droite. — Ma droite ou la vôtre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du côté de la pharmacie.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À droite » dépend de la personne qui marche, pas de celle qui parle. Quand vous expliquez, mettez-vous mentalement à la place de l'autre — ou mieux, donnez un repère fixe : la pharmacie, les numéros pairs, le parc. Un repère fixe ne se trompe jamais de côté.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repère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tournez nulle part, continuez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L'hôpital est juste ___ l'arrêt d'autobus.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L'enseigne est ___ la porte.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passe ___ parc.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est ___ corridor.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allez passer ___ une pharmacie et une caisse.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repère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tournez nulle part, continuez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tout droit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L'hôpital est juste ___ l'arrêt d'autobus.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face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L'enseigne est ___ la porte.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au-dessus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passe ___ parc.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milieu du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est ___ corridor.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bout du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allez passer ___ une pharmacie et une caisse.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Dirige ou décrit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fait chaque indication.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Continuez tout droit jusqu'au feu.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allez passer devant une caisse.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Tournez à gauche sur Chambly.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petite enseigne au-dessus de la porte.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L'hôpital est juste en face.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derrière l'édifice.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Dirige ou décrit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Continuez tout droit jusqu'au feu.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dirige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allez passer devant une caisse.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Tournez à gauche sur Chambly.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dirige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petite enseigne au-dessus de la porte.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décrit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L'hôpital est juste en face.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dirige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derrière l'édifice.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décrit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précautions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Nommer le point de départ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Tu pars de l'école ? » — sans point de départ, aucun repère ne veut rien 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Donner des repères visibles de loin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feu, un parc, une grande enseigne. Pas un numéro civique : personne ne le voit en marchant.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Faire répéter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Tu peux me le redire dans tes mots ? » C'est la seule façon de vérifier qu'on s'est fait comprendre.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Expliquez par écrit, à quelqu'un au téléphone, comment venir de l'école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Sans jamais employer « à droite » ou « à gauche » seuls : ajoutez un repère fixe.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Cinq à six phrases.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