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: « Prenez l'autobus. L'autobus va vers Saint-Hubert. » Demander ce qui cloche. La répétition saute aux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Insister sur la note : une femme qui parle d'un autobus dit « celui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simplement : si vous ne savez pas quoi mettre après, mettez -là. C'est toujours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le groupe a fait le module 11, faire le rappel explicite. Sinon, donner la règle : verbe après › qui ; sujet après › 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colonnes au tableau — les déterminants d'un côté, les pronoms de l'autre — et les y laisser.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à voix haute le nom remplacé avant chaque réponse. C'est lui qui décide.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Plusieurs récritures sont acceptables. Ce qui compte est que la répétition disparaisse et que la forme s'accorde.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une phrase de chaque type par le groupe, avec un exemple de leur propre trajet.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surtout l'accord avec le nom remplacé, et la présence d'une suite après le pronom.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Celui, celle, ceux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Douze autobus au terminus, et vous voulez en désigner un seul sans répéter le mot « autobus » à chaque phrase. C'est le travail des pronoms démonstratifs.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Trouver son chemin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 nom par celui, celle, ceux ou celles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pronom avec le nom remplacé, pas avec moi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suivre le pronom de -là, qui, que ou de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pas confondre celui et 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formes, selon le nom remplacé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NOM REMPLACÉ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autobus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celui qui va vers le sud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colonne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celle de gauche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cercles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ceux des correspondances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lignes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celles qui vont vers la Rive-Sud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le nom remplacé qui décide de la forme — jamais la personne qui parle.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JAMAIS TOUT SEUL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pronom démonstratif est toujours suivi de quelque chose.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suites possibles :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-là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(celui-là),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qui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(celui qui va vers…),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que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(celui que je prends),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(celui de 7 h 51). « Celui » tout seul n'existe pas. Dans le doute, employez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-là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LIEN AVEC QUI ET 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 le pronom, qui et que fonctionnent exactement comme ailleurs.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Celui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qui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va vers Gaétan-Boucher » : après qui, un verbe. « Celui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que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je prends » : après que, un sujet. Rien de nouveau à apprendre — c'est la même règle, appliquée après un autre mot.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CONFONDRE CELUI ET 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Celui autobus va vers Saint-Hubert.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Cet autobus va vers Saint-Hubert. / Celui-là va vers Saint-Hubert.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1" i="0">
                <a:solidFill>
                  <a:srgbClr val="4B4F52"/>
                </a:solidFill>
                <a:latin typeface="Verdana"/>
              </a:rPr>
              <a:t>ce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cet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et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cette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accompagnent un nom ;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celui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et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celle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le remplacent. On ne peut pas avoir les deux : soit le nom, soit le pronom, jamais les deux ensemble.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celui, celle, ceux ou celles.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___ qui va vers Gaétan-Boucher. [un autobus]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L'édifice est le troisième, ___ qui a une porte vitrée.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Le parc avec les jeux ? — ___, oui.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 horaire a deux colonnes : ___ de gauche est celle de la semaine.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cercles noirs ? Ce sont ___ des correspondances.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Parmi toutes les lignes, ___ qui vont vers la Rive-Sud sont les plus rapides.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___ qui va vers Gaétan-Boucher. [un autobus]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L'édifice est le troisième, ___ qui a une porte vitrée.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Le parc avec les jeux ? — ___, oui.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Celui-là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 horaire a deux colonnes : ___ de gauche est celle de la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cercles noirs ? Ce sont ___ des correspondances.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ceux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Parmi toutes les lignes, ___ qui vont vers la Rive-Sud sont les plus rapides.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Supprimez la répétition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la deuxième phrase avec un pronom démonstratif.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Prenez l'autobus. L'autobus va vers Saint-Hubert.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y a deux sorties. La sortie de droite donne sur Victoria.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Ne prends pas le départ de 7 h 42. Prends le départ de 7 h 51.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03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043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Regarde les cercles. Les cercles noirs sont les correspondances.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Supprimez la répétition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Prenez l'autobus. L'autobus va vers Saint-Hubert.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Prenez celui qui va vers Saint-Hubert.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y a deux sorties. La sortie de droite donne sur Victoria.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Celle de droite donne sur Victoria.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Ne prends pas le départ de 7 h 42. Prends le départ de 7 h 51.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Prends celui de 7 h 51.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03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043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Regarde les cercles. Les cercles noirs sont les correspondances.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Ceux qui sont noirs sont les correspondances.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OÙ ÇA SERT VRAIMENT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Choisir un véhicule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Prenez celui qui va vers Gaétan-Boucher. » Douze autobus, un seul désigné, sans répéter le mot.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Choisir un bâtiment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C'est celui qui a une grande porte vitrée. » Le repère visuel remplace le numéro civique.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Choisir une heure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Prends celui de 7 h 51. » Deux départs, une seule bonne réponse.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 avec celui, celle, ceux et celles.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Chacune doit désigner une chose parmi plusieurs.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Soulignez, dans chaque phrase, le nom que le pronom remplace.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Trouver son chemin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