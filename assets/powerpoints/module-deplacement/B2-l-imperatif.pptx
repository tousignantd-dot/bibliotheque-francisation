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longue et très rentable : l'impératif ressert dans les recettes, les consignes de sécurité et les modes d'emploi.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 avant de continuer. Les deux particularités sont dans la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sept formes à voix haute par le groupe. Elles sont toutes régulières : c'est la bonne nouvelle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 à l'écrit. Écrire les six formes au tableau, trois en -er et trois autres, et les y laisser.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lien avec le « ne » de jamais, si le groupe a déjà fait le module 11. Même mécanique, même faute.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cinq impératifs en -er au tableau par cinq élèves différents. La répétition est ce qui installe cette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est irrégulière : soyez, ayez, sachez. Trois formes à reconnaître, surtout sur les affiches.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lignes 2, 3 et 6 sont en -er : pas de -s. Les lignes 1, 4 et 5 le gardent. Faire justifier chaque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au groupe : le travail d'aujourd'hui ressert loin du sujet du module. C'est ce qui justifie les quatre-vingt-dix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individuellement, surtout le -s de la forme tu. Rendre avant E1 : ce billet est le brouillon de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L'impératif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Continuez tout droit. » « Tournez à gauche. » « Ne traversez pas le parc. » Un itinéraire est une suite d'ordres, et le français a un temps pour 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l'impératif aux formes vous et tu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-s disparaît aux verbes en -er à la forme tu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la forme négative avec ne et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tu et vous selon la personne à qui je parle.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personnes, aucun sujet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PRÉSENT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L'IMPÉRATIF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continuez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Continuez 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tu continues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Continue 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nous continuons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Continuons 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sujet ne s'écrit jamais. Et au « tu », le -s des verbes en -er tombe.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FORME VOUS — AVEC UN INCONNU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la rue, avec quelqu'un qu'on ne connaît pas, on vouvoie toujours.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Continuez », « tournez », « marchez », « prenez », « descendez », « sortez », « passez ». C'est la forme du présent, sans le mot « vous ». Aucune irrégularité.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FORME TU — ET LE -S QUI TOMBE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Aux verbes en -er, le -s du présent disparaît à l'impératif.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tu tournes » devient « tourne ! ». « tu traverses » devient « traverse ! ». Les autres verbes gardent leur -s : « prends », « sors », « descends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FORME NÉGATIVE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et pas entourent le verbe, comme partout ailleurs.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Ne traversez pas le parc s'il pleut. » · « Ne la manquez pas, elle est petite. » À l'oral, le « ne » tombe presque toujours — on entend « traversez pas ». À l'écrit, il est obligatoire.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-S DE TROP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Tournes à droite après la pharmacie.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Tourne à droite après la pharmacie.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Tu tournes » prend un -s au présent. À l'impératif, ce -s disparaît — mais seulement aux verbes en -er. C'est arbitraire, il faut simplement le savoir. Le test : si l'infinitif finit en -er, pas de -s.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l'impératif, forme 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Vous parlez à une personne que vous ne connaissez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(Continuer) ___ tout droit jusqu'au feu.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(Tourner) ___ à gauche sur Chambly.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(Prendre) ___ la ligne jaune jusqu'au terminus.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(Descendre) ___ au troisième arrêt.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(Ne pas manquer) ___ la rue, elle est petite.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(Être) ___ prudent en traversant.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l'impératif, forme 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(Continuer) ___ tout droit jusqu'au feu.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Continuez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(Tourner) ___ à gauche sur Chambly.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Tournez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(Prendre) ___ la ligne jaune jusqu'au terminus.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Prenez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(Descendre) ___ au troisième arrêt.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Descendez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(Ne pas manquer) ___ la rue, elle est petite.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manquez pas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(Être) ___ prudent en traversant.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Soyez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l'impératif, forme 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Vous parlez à un collègue de classe. Attention au -s.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(Sortir) ___ par la porte principale.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(Traverser) ___ le parc par le sentier.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(Marcher) ___ jusqu'au coin de la rue.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(Prendre) ___ celui de 7 h 51.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(Ne pas courir) ___, le plancher est mouillé.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(Tourner) ___ à droite après la caisse.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à l'impératif, forme 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(Sortir) ___ par la porte principale.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(Traverser) ___ le parc par le sentier.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Traverse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(Marcher) ___ jusqu'au coin de la rue.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(Prendre) ___ celui de 7 h 51.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Prends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(Ne pas courir) ___, le plancher est mouillé.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cours pas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(Tourner) ___ à droite après la caisse.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Tourne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OÙ VOUS LE RETROUVEREZ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L'impératif hors du chemin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Dans les recettes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Mélangez, ajoutez, laissez reposer. » Toujours à la forme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Sur les affiches de sécurité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Ne bloquez pas la sortie. » · « Soyez prudent. » · « Ayez votre titre en main.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Dans les modes d'emploi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Branchez l'appareil, appuyez sur le bouton. » Le temps de toutes les instructions écrites.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six instructions à l'impératif pour venir de l'école chez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à la forme vous, trois à la forme tu.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une à la forme négative.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