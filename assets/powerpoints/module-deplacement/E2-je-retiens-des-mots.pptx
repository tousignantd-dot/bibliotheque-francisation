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bilan. Rendre tous les billets corrigés du module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redire l'article avec chaque mot. Dernière occasion de le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 mots sont ceux dont un élève a besoin dès sa première semaine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employer chacun dans une phrase d'itinéraire réelle, tirée du quartier de l'école.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Desservir » et « interruption de service » sont les deux mots des annonces. Dernier rappel.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reformuler chaque ligne par un élève différent avant d'afficher la colonne de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est la règle d'or du module. La faire répéter par tout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phrase de clôture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les trois à l'écran, une minute chacun. Beaucoup ignorent que le module reste ouvert après la dernière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L'autoévaluation complète est dans l'activité interactive, section « Je retiens des mots ». La faire remplir là : elle est conservée avec les traces de l'élève.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Quinze mots, six points de langue, une règle d'or. Dernière séance : on rassemble, on révise, et chacun fait le point sur ce qu'il sait maintenant faire.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Trouver son chemin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rassembler le vocabulaire du module en quatre familles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réviser avec les cartes mémoire, seul ou à deux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les six points de langue en une phrase chacun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honnêtement ce que je suis maintenant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la rue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757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coin de 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2713" y="2121408"/>
            <a:ext cx="70762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L'endroit où deux rues se croisent.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9757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feu de circulation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2713" y="2909620"/>
            <a:ext cx="70762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signal lumineux rouge, jaune et vert.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9757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trottoir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2713" y="3697833"/>
            <a:ext cx="70762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partie réservée aux piétons.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9757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traverser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2713" y="4486046"/>
            <a:ext cx="70762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Passer d'un côté à l'autre.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9757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sentier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2713" y="5274259"/>
            <a:ext cx="70762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petit chemin de terre, dans un parc.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le transport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643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terminus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1378" y="2121408"/>
            <a:ext cx="708762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dernier arrêt d'une ligne — il donne la direction.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9643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quai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1378" y="2909620"/>
            <a:ext cx="708762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L'endroit où on attend avant de monter.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9643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correspondance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1378" y="3697833"/>
            <a:ext cx="708762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changement d'une ligne à une autre.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9643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1378" y="4486046"/>
            <a:ext cx="708762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sens dans lequel va un véhicule.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9643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titre de transport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1378" y="5274259"/>
            <a:ext cx="708762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carte ou le billet qui donne le droit de monter.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cherche des yeux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97662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enseigne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3636" y="2121408"/>
            <a:ext cx="807537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panneau qui porte le nom d'un commerce.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197662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édifice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3636" y="2909620"/>
            <a:ext cx="807537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bâtiment, souvent grand, avec des bureaux ou des logements.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197662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panneau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3636" y="3697833"/>
            <a:ext cx="807537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L'affiche qui indique la direction.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197662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escalier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3636" y="4486046"/>
            <a:ext cx="807537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Souvent le point de décision dans un itinéraire intérieur.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197662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en face 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3636" y="5274259"/>
            <a:ext cx="807537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 l'autre côté, vis-à-vis.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Sur un horaire ou un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8889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horaire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5970" y="2121408"/>
            <a:ext cx="616303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tableau des heures de passage.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8889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plan de réseau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5970" y="2909620"/>
            <a:ext cx="616303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carte de toutes les lignes, une couleur par ligne.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8889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fréquence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5970" y="3697833"/>
            <a:ext cx="616303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temps entre deux passages.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8889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desservir un arrêt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5970" y="4486046"/>
            <a:ext cx="616303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S'y arrêter.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8889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interruption de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5970" y="5274259"/>
            <a:ext cx="616303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L'arrêt temporaire d'une ligne.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SIX POINTS DE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chacun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consonnes qui tombent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rends au mot sa dernière consonne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l'impératif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pas de sujet, et pas de -s en -er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jusqu'à, vers, par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où j'arrête, de quel côté, par où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autres au tableau suivant.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SIX POINTS DE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chacun (suite)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repères de lieu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 repère fixe ne se trompe jamais de côté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celui, celle, ceux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jamais tout seul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l'horaire et le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terminus donne la direction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QU'IL FAUT RETENIR DU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nom du terminus donne la direction. Et on répète toujours l'itinéraire avant de partir.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Ces deux réflexes valent plus que tout le vocabulaire de la semaine. Le premier empêche de partir dans le mauvais sens ; le second, d'oublier la moitié du chemin.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RÉVISER SEUL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le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cartes mémoire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Dans l'activité interactive, section « Je retiens des mots ». La traduction est masquée par défaut : essayez d'abord.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trois exercices de vocabulaire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mot et sa définition, le mot et l'image, le mot à écrire. Les trois portent sur les mêmes quinze mots.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six mini-leçons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Six panneaux « En apprendre plus », avec de l'audio. Ils restent accessibles après la fin du module.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Autoévaluation : pour chaque énoncé, pas encore, un peu, ou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demander mon chemin et comprendre la réponse du premier coup.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expliquer un trajet à l'impératif, étape par étape.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lire un horaire et un plan sans me tromper de direction.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Trouver son chemin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