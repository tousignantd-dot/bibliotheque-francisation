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 et l'essayer avant l'arrivée du groupe. Elle explique une frustration que beaucoup d'élèves traînent depuis des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trois phrases du module avant toute explication. Laisser le groupe chercher. Quelqu'un finira par dire « quelque » — c'est le moment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Elle explique pourquoi le même mot sonne différemment d'une phrase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deux versions de « notre » par le groupe : « not voisin » puis « notre arrêt ». C'est le meilleur exemple du tableau précédent.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une stratégie d'écoute, pas une règle de grammaire. Le dire clairement : on travaille la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entendre cette chute est le signe d'une bonne 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 Deux écoutes avant de donner la réponse. Les élèves peuvent le refaire seuls après le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 bloc D dès maintenant : les élèves comprennent mieux l'utilité de cette séance quand ils savent où elle mène.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Excellent départ pour la séance suivante. Écrire les relevés au tableau et les décoder en groupe : c'est souvent spectaculaire.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consonnes qui tombent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connaissez le mot « quelque », mais vous entendez « quek ». Vous connaissez « plus », mais vous entendez « pu ». Ce n'est pas votre oreille : c'est le français parlé.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la dernière consonne d'un groupe tombe souvent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rendre à un mot incomplet sa consonne manquante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quelque, plus, quatre, autre et notre dans une phrase rapide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rien de tout cela ne change à l'écrit.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entendez-vous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y a quek chose devant la porte.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se voit pu tard.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prend quat minutes.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Ces mots existent-ils ? Que manque-t-il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consonne, deux sorts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consonne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dernière consonne tombe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voyelle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l'entend, et elle se lie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pause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l'entend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mot SUIVANT qui décide, pas le mot lui-même.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CINQ MOTS LES PLUS TOUCHÉS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écrit, ce qu'on entend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quelque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quek chose » devant une consonne. C'est le mot le plus déformé du français parlé courant.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pu tard » devant une consonne. Attention : « plus » tout seul, en fin de phrase, garde son 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quatre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quat minutes ». Le « r » final tombe devant toutes les consonnes.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autre et notre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aut chose », « not voisin ». Mais « notre arrêt » se dit en entier — le mot suivant commence par une voyelle.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VOUS DEVEZ FAIRE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un mot semble incomplet, rendez-lui sa dernière consonne.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Quek » n'existe pas ; « quelque » existe. Ne cherchez pas un mot inconnu : cherchez un mot connu auquel il manque la fin. Dans neuf cas sur dix, le mot réapparaît immédiatement.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prend quat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prend quatre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chute n'existe qu'à l'oral. À l'écrit, absolument rien ne change : on écrit toujours le mot en entier. L'erreur vient d'élèves qui apprennent beaucoup à l'oreille — c'est une qualité, mais il faut faire la correction.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tombe, ou on l'entend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groupe de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quelque chose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âge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tard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minutes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arrêt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voisin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tombe, ou on l'entend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quelque chose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tombe — consonne après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âge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 — voyelle après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tard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tombe — consonne après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minutes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tombe — consonne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arrêt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 — voyelle après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voisin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tombe — consonne après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POURQUOI ÇA COMPTE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annonces du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Elles sont rapides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annonce de métro dure trois secondes. Toutes les consonnes qui peuvent tomber tombent.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Elles sont souvent mal audibles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Haut-parleur, bruit de foule, tunnel. Vous n'entendrez jamais tout : il faut reconstituer.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Elles suivent toujours la même forme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ce qui sauve. On travaillera cette forme au bloc D — et connaître la forme vaut mieux qu'entendre chaque syllabe.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mots que vous entendez souvent sans les reconnaître.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la radio, au travail, dans l'autobus.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comme vous les entendez : on les identifiera ensemble.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