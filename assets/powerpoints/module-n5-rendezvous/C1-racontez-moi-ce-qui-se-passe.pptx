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Demander au groupe combien de temps dure un rendez-vous chez le médecin, puis combien de minutes le patient parle. Les élèves sous-estiment toujours la seconde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pistes sont exactement ce que le médecin va chercher. Les écrire au tableau et les y laisser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les deux temps dans la deuxième réplique : « ça a commencé » au passé composé, « je me levais » et « tout tournait » à l'imparfait. C'est toute la séance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Non, jamais » suivi d'une exception précise : c'est ce qui distingue une bonne réponse d'une réponse polie.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J'ai arrêté le soccer » est un symptôme au même titre qu'une douleur. Beaucoup d'élèves ne pensent jamais à le dire — insister.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structure toute la production orale de E1 : le dire dès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les quatre phrases à l'oral sur un problème inventé, en tour de table. Une phrase par personne, dans l'ordre.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réponses de Rachid tiennent en une phrase chacune, sans un seul terme technique. C'est l'argument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récit se construira sur quatre séances. Garder les billets : ils s'assemblent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Racontez-moi ce qui se passe.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médecin dispose de trente minutes et pose peu de questions : c'est vous qui racontez. Un problème qui dure ne se dit pas avec une liste de mots — il se raconte.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rendez-vous chez le médecin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un problème de santé en quatre temps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situer le début, décrire ce qui se passait, dire ce qui a changé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les trois précisions que tout médecin cherche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qu'on a arrêté de faire à cause du problème.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J'ai mal à la tête, je suis fatigué, ça tourne. » Qu'est-ce qui manque à cette réponse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rassard-ten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quand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 moment exactement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empire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avez arrêté de faire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début, et le décor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1947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DRE FONGANG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438" y="2322576"/>
            <a:ext cx="79486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monsieur Benali. Assoyez-vous. Racontez-moi ce qui se passe.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21947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438" y="3409696"/>
            <a:ext cx="79486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a commencé au mois de mars. Je me levais le matin et tout tournait pendant quelques secondes.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21947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DRE FONGANG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438" y="4496816"/>
            <a:ext cx="79486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Quelques secondes. Et ça arrive à quel moment, exactement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21947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438" y="5246116"/>
            <a:ext cx="79486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me levant du lit, surtout. Et parfois en montant l'escalier de l'école, quand je porte mes seaux.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a changé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1947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438" y="1901952"/>
            <a:ext cx="79486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début, c'était une fois par semaine. Maintenant, c'est presque tous les matins.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21947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DRE FONGANG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438" y="2989072"/>
            <a:ext cx="79486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avez perdu connaissance ? Est-ce que vous êtes tombé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21947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438" y="4076191"/>
            <a:ext cx="79486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jamais. Je me tiens au mur, ça passe. Mais la semaine dernière, j'ai dû m'asseoir par terre.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163312"/>
            <a:ext cx="21947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DRE FONGANG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438" y="5163312"/>
            <a:ext cx="79486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la fatigue ? Vous en avez parlé à Manon au téléphone.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vie qui rétrécit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1947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438" y="1901952"/>
            <a:ext cx="79486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dors huit heures et je me réveille fatigué. Avant, je jouais au soccer le dimanche. J'ai arrêté au mois d'avril.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21947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DRE FONGANG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438" y="2989072"/>
            <a:ext cx="79486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Bon. Je vous prends la tension couché, puis debout, tout de suite après. On va voir si elle descend.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21947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DRE FONGANG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438" y="4076191"/>
            <a:ext cx="79486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Couché, cent vingt sur quatre-vingts. Debout… elle descend de vingt points. C'est ce que je cherchais.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163312"/>
            <a:ext cx="21947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438" y="5163312"/>
            <a:ext cx="79486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veut dire quoi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PROBLÈME QUI DURE SE RACONTE, IL NE SE LISTE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début, le décor, ce qui a changé, aujourd'hui. Quatre temps, dans cet 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liste de symptômes dit ce qu'on a. Un récit dit comment ça évolue — et c'est l'évolution qui fait agir un médecin. Aucun mot savant ne remplace ces quatre phrases.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QUATRE TEMPS DU RÉCIT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chacun apporte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1 · Le début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phrase qui situe. « Ça a commencé au mois de mars.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2 · Le décor, à l'imparfait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se répétait. « Je me levais et tout tournait.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3 · Ce qui a changé, au passé composé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faits, datés. « La semaine dernière, j'ai dû m'asseoir.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4 · Aujourd'hui, au présent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Maintenant, c'est presque tous les matins.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TROIS PRÉCISIONS QUE TOUT MÉDECIN CHERCHE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qu'aucun mot savant ne remplace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703320"/>
          </a:xfrm>
          <a:prstGeom prst="roundRect">
            <a:avLst>
              <a:gd name="adj" fmla="val 39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RACHID RÉPOND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À quel moment ça arrive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me levant, et à l'effort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Combien de temps ça dure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quelques secondes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Est-ce que ça empire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fois par semaine, puis tous les matins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Qu'avez-vous arrêté de faire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soccer, depuis avril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consultation.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situe le début au mois de mars.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étourdissements arrivent au lever et à l'effort.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a déjà perdu connaissance deux fois.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problème arrive moins souvent qu'au début.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docteure prend la tension couché, puis debout.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tension monte quand il se met debout.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situe le début au mois de mars.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étourdissements arrivent au lever et à l'effort.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a déjà perdu connaissance deux fois.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jamais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problème arrive moins souvent qu'au début.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presque tous les matins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docteure prend la tension couché, puis debout.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tension monte quand il se met debout.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descend de vingt points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deux premières phrases de votre récit : le début et le décor.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Ça a commencé… » puis « Je… et… » à l'imparfait.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problème vrai ou inventé — la langue travaille pareil.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rendez-vous chez le médecin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