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les billets de B2. Écrire les deux phrases au tableau — « je vais venir jeudi » et « je viendrai jeudi » — et demander laquelle on croirait davantage. La discussion ouvre la séance mieux qu'une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important : chaque futur simple qu'on vous adresse est une consigne déguisée. Le faire découvrir plutôt que de l'annoncer.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six verbes à la file en écoutant le r : c'est ce qui rend le repérage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Apprendre « je serai, j'aurai, j'irai, il faudra » couvre la moitié de ce qui se dit dans un appel. Le dire aux élèves : l'effort est court.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premières sont dites par la clinique, la dernière par le patient. Faire trouver la différence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trois phrases en « si… je… » à l'oral, rapidement, en tour de table. L'erreur disparaît en une dizaine d'essais.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Rappellerai » prend deux l : le faire remarquer, c'est la seule difficulté orthographique de la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phrases resserviront telles quelles dans la production écrite de E2. Le dire : ça change l'attention qu'on y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Souligner le r est l'astuce qui fait le plus pour l'orthographe du futur. Insister dessus.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Je serai là » — le futur simple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vais venir » raconte une intention. « Je viendrai » prend un engagement. Dans un appel à une clinique, des deux côtés, on prend des engagements.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futur simple des verbes réguliers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huit irréguliers de l'appel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futur simple dans ce que dit la clinique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je serai » de « je serais » à l'écrit.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Vous recevrez un rappel automatisé la veille. » Qu'est-ce que ça vous demande de faire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lephone-mess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parle : vous ou la clinique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une information ou une consigne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vous ne répondez pas au rappel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faut noter dans cette phrase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RADICAL DU FUTUR FINIT TOUJOURS PAR UN 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arrive-R-ai · finir-ai · attend-R-ai · ser-ai · aur-ai · ir-ai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son qui signale le futur à l'oreille. Les terminaisons, elles, ne changent jamais : -ai, -as, -a, -ons, -ez, -ont, pour tous les verbes, sans exception.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FORMATION, EN DEUX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radical, six terminaisons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Les verbes en -er et -ir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L'infinitif entier, puis la terminaison. arriver donne j'arriverai · finir donne je finirai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Les verbes en -re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e tombe avant la terminaison. attendre donne j'attendrai · prendre donne je prendrai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Les six irréguliers de l'appel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être donne je serai · avoir donne j'aurai · aller donne j'irai · faire donne je ferai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Et deux de 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falloir donne il faudra · pouvoir donne je pourrai · venir donne je viendrai · recevoir donne vous recevrez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QUI EMPLOIE LE FUTUR, ET POUR DIRE QUOI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 qui parle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70332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recevrez un rappel la veille.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attendez-le, et répondez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faudra être à jeun.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consigne, pas une information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sera un autre rendez-vous.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faudra rappeler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serai là à seize heures quarante-cinq.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vous qui vous engagez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EMPLOYER LE FUTUR APRÈS « SI » DE CONDITION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Si je serai libre, je viendrai.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Si je suis libre, je viendrai.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si » de condition, on met le présent. Le futur va dans l'autre moitié de la phrase. C'est une des rares règles du français qui ne souffre aucune exception.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est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___ (être) à la clinique quinze minutes avant.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___ (recevoir) un rappel automatisé la veille.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___ (être) un autre rendez-vous pour la prise de sang.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___ (falloir) être à jeun douze heures avant.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J'___ (apporter) ma carte et la liste de mes médicaments.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___ (rappeler) dès que j'aurai mon horaire.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docteure ___ (avoir) les résultats jeudi matin.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 ça continue, nous ___ (aller) plus loin.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___ (être) à la clinique quinze minutes avant.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serai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___ (recevoir) un rappel automatisé la veille.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recevrez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___ (être) un autre rendez-vous pour la prise de sang.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sera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___ (falloir) être à jeun douze heures avant.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faudra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J'___ (apporter) ma carte et la liste de mes médicaments.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apporterai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___ (rappeler) dès que j'aurai mon horaire.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rappellerai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docteure ___ (avoir) les résultats jeudi matin.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aura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 ça continue, nous ___ (aller) plus loin.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irons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engagements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trois phrases au futur simple, à propos d'un rendez-vous.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ferez avant.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vous serez là.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ferez si vous ne pouvez pas venir.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engagements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ferez avant.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J'apporterai ma carte et je noterai mes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vous serez là.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serai là à seize heures quarante-cinq.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ferez si vous ne pouvez pas venir.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vous rappellerai avant jeudi.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que vous ferez demain, en trois phrases au futur simple.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Pas au futur proche : « je ferai », et non « je vais faire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r de chaque verbe.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