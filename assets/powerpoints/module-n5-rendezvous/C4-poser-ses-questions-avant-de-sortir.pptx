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2. Demander au groupe : à votre dernier rendez-vous, avez-vous posé une question ? Le silence qui suit est le meilleur départ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questions restent sans réponse dans une consultation sur deux — non parce que le médecin refuse, mais parce que personne ne les 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répéter la phrase à voix haute, toute la classe : c'est une phrase qu'on n'ose pas dire, et la répéter en groupe la désamorce.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faire écrire sur la même feuille que la fiche de rendez-vous de B4. Une seule feuille, deux listes, un seul geste.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nuance surprend toujours et sert toute la vie. Y insister.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exiger la production : il suffit de les reconnaître. Le dire aux élèves, ça enlève une inquiétude inutile.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Nommer la gêne : on dit oui pour ne pas déranger. Dire clairement qu'aucun professionnel ne s'en offusque.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chaque question à voix haute avant de donner la réponse. L'intonation compte autant que les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après l'exercice à l'oral : le groupe voit alors ce qu'il vient de faire, et chacun continue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et relire : les questions écrites par les élèves sont souvent meilleures que celles du module, et valent d'être lues au groupe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C4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Poser ses questions avant de sortir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rendez-vous se termine quand vous avez fini, pas quand le médecin a fini. La moitié de ce qu'on vient chercher s'obtient dans les deux dernières minutes.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Prendre rendez-vous chez le médecin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les quatre questions qui valent pour tout problème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redire autrement un mot qu'on n'a pas compris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une consigne pour la faire vérifier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huit mots courants d'un bureau de médecin.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Vous sortez du bureau. Quand aurez-vous vos résultats, et comment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ordonnance-papi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vous appellera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Faut-il reprendre un rendez-vous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doit le fixer, vous ou la clinique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faites si ça empire d'ici là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UN RENDEZ-VOUS FINIT QUAND VOUS AVEZ FINI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J'ai deux questions avant de partir.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Annoncées d'avance, les questions trouvent leur place : le médecin garde le temps qu'il faut. Gardées pour la fin, elles arrivent quand il est déjà debout et qu'il n'y a plus de place pour elles.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LES QUATRE QUESTIONS À POSER TOUJOURS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que soit le problème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1 · Qu'est-ce que j'ai, en mots simples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vous pouvez m'expliquer ce que ça veut dire ?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2 · Qu'est-ce que je peux continuer de faire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je dois arrêter de travailler ? Et le sport ?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3 · Quand et comment j'aurai les résultats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On m'appelle ? Il faut reprendre un rendez-vous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4 · Qu'est-ce que je fais si ça empire 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D'ici là, à partir de quoi je dois m'inquiéter ?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FAIRE REDIRE, ET VÉRIFIER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qui n'offensent personne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VEUT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 autre mot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Vous pouvez me le redire autrement ?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Une explication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Qu'est-ce que ça veut dire pour moi ?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Vérifier ce qu'on a compris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Donc, si je comprends bien…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Du temps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Un instant, je le note.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« Redire autrement » vaut mieux que « répéter » : répéter donne les mêmes mots.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Huit mots du bureau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43557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symptôme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2580" y="2121408"/>
            <a:ext cx="661642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Ce que le corps montre quand quelque chose ne va pas.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467737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14041"/>
            <a:ext cx="343557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étourdissement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42580" y="2614041"/>
            <a:ext cx="661642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tête qui tourne, sans tomber ni perdre connaissance.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106674"/>
            <a:ext cx="343557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tension artérielle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2580" y="3106674"/>
            <a:ext cx="661642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force du sang : deux nombres, le grand puis le petit.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45300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3599307"/>
            <a:ext cx="343557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ordonnance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42580" y="3599307"/>
            <a:ext cx="661642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papier signé qui autorise un examen ou un médicament.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091939"/>
            <a:ext cx="343557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prise de sang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42580" y="4091939"/>
            <a:ext cx="661642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prélèvement qu'on fait au bras, souvent tôt le matin.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43826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584573"/>
            <a:ext cx="343557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à jeun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42580" y="4584573"/>
            <a:ext cx="661642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 i="0">
                <a:solidFill>
                  <a:srgbClr val="4B4F52"/>
                </a:solidFill>
                <a:latin typeface="Verdana"/>
              </a:rPr>
              <a:t>Rien à manger depuis plusieurs heures ; de l'eau seulement.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32688" y="493090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2688" y="5077206"/>
            <a:ext cx="343557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bilan sanguin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42580" y="5077206"/>
            <a:ext cx="661642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L'ensemble des analyses demandées d'un coup.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2688" y="54235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32688" y="5569839"/>
            <a:ext cx="3435572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rendez-vous de suivi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42580" y="5569839"/>
            <a:ext cx="6616426" cy="273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rendez-vous d'après, pour regarder les résultats.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DIRE OUI SANS AVOIR COMPRIS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Oui, oui, d'accord.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m'excuse, je n'ai pas compris ce mot-là.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Personne ne s'en aperçoit dans le bureau — le prix se paie ensuite, quand une consigne est appliquée de travers pendant des semaines. Un « à jeun » mal compris fait refaire un prélèvement un autre matin.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rapporte cette question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chaque question à ce qu'elle vous apprend.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Vous pouvez m'expliquer ce que ça veut dire ?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je dois arrêter de travailler ?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Quand est-ce que j'aurai les résultats ?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Qu'est-ce que je fais si ça empire ?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qu'il faut que je sois à jeun ? 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je dois reprendre un rendez-vous ?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rapporte cette question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Vous pouvez m'expliquer ce que ça veut dire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mot ou un résultat, autrement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je dois arrêter de travailler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ce qu'on peut continuer de faire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Quand est-ce que j'aurai les résultats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délai et le moyen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Qu'est-ce que je fais si ça empire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consigne pour le pire cas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qu'il faut que je sois à jeun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comment se préparer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Est-ce que je dois reprendre un rendez-vous ? »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si un suivi est prévu, et qui le fixe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DANS L'ACTIVITÉ INTERACTIVE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Vos questions, et ce qu'elles vous rapportent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une question, puis ce qu'elle sert à obtenir.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60700" y="2084831"/>
            <a:ext cx="4870294" cy="4087368"/>
          </a:xfrm>
          <a:prstGeom prst="roundRect">
            <a:avLst>
              <a:gd name="adj" fmla="val 2237"/>
            </a:avLst>
          </a:prstGeom>
          <a:solidFill>
            <a:srgbClr val="FFFFFF"/>
          </a:solidFill>
          <a:ln w="12700">
            <a:solidFill>
              <a:srgbClr val="D6D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t2qu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8988" y="2103120"/>
            <a:ext cx="4833718" cy="405079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chez le médecin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deux questions que vous poserez à votre prochain rendez-vous.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Des questions à vous, pas celles du dialogue.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Commencez par : « J'ai deux questions avant de partir.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C4 · Prendre rendez-vous chez le médecin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