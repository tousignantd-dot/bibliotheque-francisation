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séance. Commencer par ramasser le billet de sortie de A1 et faire lire trois phrases de durée à voix haute. Elles contiennent déjà les deux sons du jour : « depuis », « toujours », « une semaine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deviner à l'aveugle avant d'expliquer quoi que ce soit. L'écart entre les mains levées est le meilleur argument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le mouvement en même temps que l'explication, deux ou trois fois, en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Partir de « i » et non de « ou » : c'est le chemin court, et il marche avec presque tous les élèves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répéter en série, puis en désordre. C'est exactement l'exercice prPhon du module : les élèves le retrouveront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volontairement impossible : elle montre que le contexte ne sauve pas toujours.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allongent par prudence, croyant se faire mieux comprendre. Leur montrer que c'est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corriger la première fois. Faire relire la même phrase après le tour complet : la deuxième lecture est presque toujours meilleure.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téléphone de l'élève suffit. Ceux qui n'en ont pas le disent à voix haute devant vous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Une minute » et « un rendez-vous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sons, une seule chose qui bouge — la langue, que personne ne voit. Au téléphone, c'est ce qui décide si l'on comprend votre nom du premier coup.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à l'oreille le son de « une » et celui de « vous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 son de « une » en partant du son « 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à voix haute les mots du module qui portent ces deux sons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paires où le sens change complètement.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suis sûr » ou « je suis sourd » ? Deux phrases, un seul son de différence.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pel-car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dire l'une après l'autre, sans annoncer laquelle.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Faire lever la main à chaque phrase.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mot de la phrase qui aide à choisir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au téléphone, sans voir la bouche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CE N'EST PAS LA BOUCHE, C'EST LA LANGUE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lèvres sont rondes dans les deux cas. Seule la langue change de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« une », la langue est poussée vers l'avant, contre les dents du bas. Pour « vous », elle recule au fond de la bouche. C'est le seul mouvement à apprendre — et c'est le seul qu'on ne peut pas voir chez quelqu'un d'autre.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RECETTE, EN DEUX GESTES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sortir chaque 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de « une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dit « i ». On garde la langue exactement là. On arrondit les lèvres. Le son sort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de « vous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Lèvres arrondies aussi, mais la langue recule au fond. C'est le son le plus facile des 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L'écriture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une » s'écrit avec un u seul. « vous » s'écrit avec ou, deux lettres pour un 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piège du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quinze, quatre, question, le u ne se prononce pas. Il est là pour la lettre 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MOTS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Neuf mots à classer à l'oreille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7661" y="2121408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vous » — langue au fond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6773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4041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7661" y="2614041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une » — langue en avant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106674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7661" y="3106674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vous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4530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599307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durée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7661" y="3599307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une 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091939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douze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7661" y="4091939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vous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3826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84573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minute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7661" y="4584573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une », deux fois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309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077206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urgence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7661" y="5077206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une 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4235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569839"/>
            <a:ext cx="218065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rendez-vous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7661" y="5569839"/>
            <a:ext cx="787134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de « vous », à la fin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QUATRE PAIRES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son, deux mots différents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OU 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je suis sûr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sourd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roue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je vous ai vu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ai 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dessus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dessous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ALLONGER LA VOYELLE POUR INSISTER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Uuune minute, s'il vous plaît.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Une miNUTE, s'il vous plaît.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n'allonge pas ses voyelles pour insister : il pose l'accent sur la dernière syllabe du groupe. Allonger la première fait entendre un accent étranger là où il n'y avait qu'une hésitation.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personne, lentement.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minute, je vérifie vos disponibilités.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serez à jeun douze heures avant.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durée du rendez-vous est de trente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du rendez-vous, arrivez toujours quinze minutes avant.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sûr que c'est le jeudi, pas le mardi.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joindre au numéro sur la carte.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minute, je vérifie vos disponibilités.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fois le son de « une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serez à jeun douze heures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fois le son de « vous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durée du rendez-vous est de trente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dans la même phrase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du rendez-vous, arrivez toujours quinze minutes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alternance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sûr que c'est le jeudi, pas le mardi.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« une » au milieu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joindre au numéro sur la carte.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alternance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 en disant : « Une minute pour un rendez-vous,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Écoutez-vous ensuite. Est-ce que « une » et « vous » sonnent pareil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oui, recommencez en partant du son « i » pour « une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