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Faire un test avant toute explication : lire l'appel de Rachid à voix haute, une seule fois, sans prévenir. Puis demander la date, l'heure et l'heure d'arrivée. Le résultat parle de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transformer ça en reproche : personne ne retient sept choses en écoutant et en préparant sa phrase suivante. C'est le propos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ligne que les élèves oublient le plus souvent, et celle qui coûte un rendez-vous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septième ligne — le délai d'annulation — a sa propre diapositive. L'annoncer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diapositive à photographier de la séance. Elle prépare directement le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apprendre les quatre phrases telles quelles : elles se réemploient dans n'importe quelle clinique, sans rien changer.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Projeter, faire placer deux phrases à l'oral en groupe, puis laisser chacun finir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la phrase « un instant, je prends une feuille » à voix haute. Beaucoup d'élèves n'osent pas la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phrase à voix haute avec l'intonation du moment : la dernière monte à la fin, les autres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 concret et réutilisable. Ceux qui la font vraiment reviennent en E1 avec un appel nettement meilleur.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Sept lignes sur un papier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appel de trois minutes contient sept renseignements. À la fin, on en retient trois — et on est persuadé de les avoir tous les sept.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les sept renseignements d'un rendez-vous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trois questions que personne ne pose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la date et l'heure pour les faire confirmer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à quel moment de l'appel se dit chaque phrase.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Après l'appel : à quelle heure faut-il arriver, et qu'est-ce qu'il faut apporter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ppel-car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noté quelque chose pendant l'écoute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se souvient de l'heure exacte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de l'heure d'arrivée, qui est différente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aurait aidé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L'HEURE D'ARRIVÉE N'EST PAS L'HEURE DU RENDEZ-VOUS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Quinze minutes avant, souvent trente pour un premier rendez-vous.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minutes servent à l'inscription : la carte, le dossier, la salle d'attente. Arriver à l'heure exacte, c'est arriver en retard — le rendez-vous commence tard et finit quand même à l'heure.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FICHE DU RENDEZ-VOUS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lignes, écrites d'avance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1 · La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jour et la date, écrits en toutes lettres.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2 · L'heure du rendez-vous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Celle qui est au dossier de la clinique.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3 · Avec qui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nom du médecin ou du professionnel.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4 · Où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7644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L'adresse, l'étage, parfois le numéro de porte.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5 · L'heure d'arrivée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507644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Presque jamais la même que la ligne 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6 · Ce qu'il faut apporter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507644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carte, la liste des médicaments, un papier.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DÉLAI D'ANNULATION SE DEMANDE LE JOUR OÙ TOUT VA BIEN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Et si je ne peux plus venir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vous donnera cette information de lui-même. Vingt-quatre heures dans la plupart des cliniques, quarante-huit dans certaines. On la note le jour où l'on prend le rendez-vous, pas le jour où l'on doit annuler.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QUESTIONS QUE PERSONNE NE 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qu'elles rapportent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306824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APPREND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quelle heure faut-il arriver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quinze ou trente minutes avant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Est-ce que je dois apporter quelque chose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carte, médicaments, papiers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251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379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Est-ce que je dois être à jeun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379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ici, oui pour bien des prises de sang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5093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5221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Et si je ne peux plus venir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5221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délai, et les frais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et le moment de l'appel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une phrase, puis le moment de l'appel où elle se 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60700" y="2084831"/>
            <a:ext cx="4870294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1phr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988" y="2103120"/>
            <a:ext cx="4833718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REMERCIER AVANT D'AVOIR TOUT NOTÉ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Merci beaucoup, bonne journée ! » — et la fiche a trois lignes vides.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 instant… l'heure d'arrivée, c'est bien seize heures quarante-cinq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remerciement ferme l'appel : après lui, on ne peut plus poser de question sans rappeler. Tant qu'une ligne de la fiche est vide, on ne remercie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et le moment de l'appel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quel moment de l'appel chaque phrase se dit-elle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J'aimerais prendre un rendez-vous, s'il vous plaît.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Rachid Benali, B, E, N, A, L, I.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des étourdissements depuis trois mois.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finis à seize heures.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dois apporter quelque chose ?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Jeudi 19 juin, dix-sept heures. C'est bien ça ?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et le moment de l'appel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J'aimerais prendre un rendez-vous, s'il vous plaît.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dire ce qu'on veut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Rachid Benali, B, E, N, A, L, 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s'identifier et épeler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des étourdissements depuis trois mois.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donner le motif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finis à seize heures.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expliquer sa contrainte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dois apporter quelque chose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poser ses questions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Jeudi 19 juin, dix-sept heures. C'est bien ça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répéter pour confirmer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Dessinez votre fiche de rendez-vous : sept lignes, vides, sur une demi-page.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Gardez-la dans votre portefeuille ou photographiez-la.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la remplirez pour de vrai au prochain appel — et pendant E1.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