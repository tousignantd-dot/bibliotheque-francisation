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les billets de D1 corrigés. Lire deux messages d'annulation à voix haute : le groupe compte les six éléments sur ses doigts.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des trois phrases n'est fautive : c'est l'ensemble qui ne ressemble à aucune conversation réelle. C'est exactement ce que le niveau 5 demande de dépasser.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: le programme n'en demande pas plus au niveau 5, et sept formes s'apprennent en une soirée.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clairement que la quatrième est acceptable : un élève bloqué en pleine phrase vaut mieux qu'un élève qui se tait.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sans jugement : ce n'est pas du relâchement, c'est la langue parlée d'ici. Les élèves l'entendent tous les jours et croient mal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y » ne remplace jamais une personne : « je pense à ma fille » donne « je pense à elle ». Le dire, c'est l'erreur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Prenions » est le seul qui prend le radical de l'imparfait. Le faire remarquer avant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place du pronom au passé composé : « je les ai apportés », et non « j'ai les apportés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exigences précises, faciles à vérifier d'un coup d'œil en ramassant. Le message final servira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Il faut que… » et les petits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points de langue pour un seul appel : dire une obligation qui vise quelqu'un de précis, et reprendre ce qui vient d'être dit sans le répéter en entier.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présent des verbes usuels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faut que » quand l'obligation vise quelqu'un de précis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« faut que » à l'oral du Québec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reprendre un mot déjà dit par le, la, les, y ou 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« Je veux déplacer mon rendez-vous. Mon rendez-vous est le mardi. Je ne peux pas venir à mon rendez-vous.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lendrier-rendezvo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ces trois phrases sont fausses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parle comme ça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dirait-on la deuxième et la troisième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« IL FAUT QUE », LE SUBJONCTIF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faut que vous soyez à jeun » — jamais « vous êtes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le forme sur le « ils » du présent : ils prenn-ent donne que je prenne. Sept verbes suffisent pour tout ce qui se dit en clinique : que je sois, que j'aie, que j'aille, que je fasse, que je puisse, que je vienne, que je sache.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FAÇONS DE DIRE L'OBLIGATION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Toutes justes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faut + infinitif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règle, pour tout le monde. « Il faut arriver quinze minutes avant.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faut que + subjonctif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Quelqu'un de précis. « Il faut que vous soyez à jeun.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faudrait 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doux, encore négociable. « Il faudrait que je vienne plus tôt.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dois + infinitif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sens, sans subjonctif. Le raccourci quand la forme ne vient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« FAUT QUE » SANS LE « IL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Faut que je déplace mon rendez-vous. » dans un courriel.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faut que je déplace mon rendez-vous.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 du Québec, le « il » tombe presque toujours, et c'est parfaitement normal — il faut le reconnaître à l'écoute. À l'écrit, en revanche, on le remet.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CINQ PETITS MOTS DE 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remplace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le, la, 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chose déjà nommée, sans préposition. « J'annule le rendez-vous » donne « je l'annule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lieu, ou « à + quelque chose ». « Je vais à la clinique » donne « j'y vais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 + quelque chose », et les quantités. « J'ai trois questions » donne « j'en ai trois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Où les mettre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le verbe, et devant l'auxiliaire au passé : je l'ai noté, j'y suis allé.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vous ___ (être) à jeun douze heures avant.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je ___ (être) au travail à sept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faudrait que nous ___ (prendre) un rendez-vous de suivi.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vous ___ (avoir) votre carte avec vous.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j'___ (aller) chercher mon fils.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faudrait que la clinique ___ (pouvoir) me rappeler.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vous ___ (venir) quinze minutes plus tôt.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qu'elle ___ (faire) l'ordonnance avant votre départ.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vous ___ (être) à jeun douze heures avant.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soyez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je ___ (être) au travail à sept heures.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sois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faudrait que nous ___ (prendre) un rendez-vous de suivi.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prenions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vous ___ (avoir) votre carte avec vous.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ayez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j'___ (aller) chercher mon fils.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aille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faudrait que la clinique ___ (pouvoir) me rappeler.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puisse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que vous ___ (venir) quinze minutes plus tôt.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veniez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faut qu'elle ___ (faire) l'ordonnance avant votre départ.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fasse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le, la, les, y ou 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mot à remplacer est entre guillemets.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veux déplacer « mon rendez-vous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« à la clinique » jeudi.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parlé « de mes étourdissements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apporté « mes médicaments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pense « à mon rendez-vous » tous les jours.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« deux questions » à vous poser.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le, la, les, y ou 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veux déplacer « mon rendez-vous ».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veux le déplacer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« à la clinique » jeudi.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j'y vais jeudi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parlé « de mes étourdissements ».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j'en ai parlé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apporté « mes médicaments ».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les ai apportés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pense « à mon rendez-vous » tous les jours.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j'y pense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« deux questions » à vous poser.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j'en ai deux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votre message de D1 en employant au moins un pronom de reprise.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Mon rendez-vous du jeudi ? Je voudrais le déplacer.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une obligation : « Il faut que je…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