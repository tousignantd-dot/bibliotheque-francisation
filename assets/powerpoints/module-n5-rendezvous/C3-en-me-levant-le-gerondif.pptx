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les billets de C2. Puis relire la réplique de Rachid : « En me levant du lit, surtout. » Demander au groupe ce que la docteure apprend grâce à ces quatre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la clé : le matin est une heure, en se levant est un mouvement. Le médecin cherche le mouvement.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fabriquer cinq gérondifs à voix haute, en partant chaque fois du « nous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 un professionnel explique quoi faire, ce sont les gérondifs qui portent la marche à suivre. Le dire : ça change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numéro un du gérondif. Faire répéter les trois formes en chœur, puis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expliquer la médecine : dire seulement que ces quatre phrases ne mènent pas au même examen. C'est assez pour justifier l'effort.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sixième est l'un des trois irréguliers. La faire repérer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phrases de moment entrent dans le récit oral de E1. Le dire, et garder les billets.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En me levant » — le gérondif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À quel moment ? » n'est pas une question d'heure : c'est une question de circonstance. La réponse tient dans une seule forme, et elle fait souvent le diagnostic.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gérondif à partir du « nous » du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pronom des verbes pronominaux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gérondif pour dire le moment et pour dire la manière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que le sujet est le même que celui du verbe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J'ai des étourdissements. » — « À quel moment ? » Qu'est-ce que la docteure cherche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relevement-br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ou en se levant ? Est-ce pareil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marchant, en se penchant, à l'effort : ça change quoi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circonstance compte-t-elle plus que l'heure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dit-on ça en un seul mot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NOUS » DU PRÉSENT, MOINS -ONS, PLUS -ANT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nous levons donne en levant · nous montons donne en montant · nous marchons donne en marchant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verbes seulement échappent à la règle : être donne en étant, avoir donne en ayant, savoir donne en sachant. Tous les autres, sans exception, suivent le « nous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EMPLOIS, UNE SEULE 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moment, et la manière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des étourdissements en me levant. » = quand je me lève, au même instant.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manière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Levez-vous en comptant jusqu'à dix. » = voilà comment s'y prendre.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Qui dit quoi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premier, c'est vous qui le dites au médecin. Le second, c'est lui qui vous le 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règle du sujet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gérondif et le verbe principal ont le même sujet. Sinon, il faut « pendant que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LE PRONOM D'UN VERBE PRONOMINAL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mal en levant.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mal en me levant.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le pronom, ce n'est plus vous qui vous levez : vous levez quelque chose. Le pronom reste toujours devant le participe — en me levant, en vous levant, en s'assoyant.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CIRCONSTANCES À SAVOIR DIRE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orientent le médecin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CIRCONSTANCE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SUGGÈRE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me levant du 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passage couché donne debout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montant l'escalier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l'effort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me penchant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autre mouvement, une autre piste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travaillant assis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pendant une activité qui dure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des étourdissements ___ (se lever) du lit.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m'arrive aussi ___ (monter) l'escalier.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Levez-vous en deux temps, ___ (compter) jusqu'à dix.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(appeler) vingt-quatre heures à l'avance, on évite les frais.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a compris ___ (prendre) la tension deux fois.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(être) à jeun, le résultat est plus fiable.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noté la date ___ (écouter) l'agente.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perd sa place ___ (arriver) en retard.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des étourdissements ___ (se lever) du lit.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me levant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m'arrive aussi ___ (monter) l'escalier.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montant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Levez-vous en deux temps, ___ (compter) jusqu'à dix.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comptant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(appeler) vingt-quatre heures à l'avance, on évite les frais.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appelant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a compris ___ (prendre) la tension deux fois.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prenant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___ (être) à jeun, le résultat est plus fiable.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étant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noté la date ___ (écouter) l'agente.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écoutant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perd sa place ___ (arriver) en retard.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en arrivant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avec un gérondif : une pour le moment, une pour la manière.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J'ai mal en… » — la circonstance où ça arrive.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On évite… en… » — la façon de s'y prendre.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