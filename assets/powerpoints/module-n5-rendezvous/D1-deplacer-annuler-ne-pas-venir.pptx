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Demander au groupe qui a déjà manqué un rendez-vous sans prévenir, et pourquoi. La réponse la plus fréquente est « je ne savais pas quoi dire au téléphone » — c'est le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 message très vite, comme un vrai. Les quatre questions restent sans réponse et le groupe le voit tout de suite : ce message n'annule rien et l'absence sera notée.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mot employé décide de ce qui est inscrit au dossier — c'est le point le plus concret du défi.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choses en trois répliques : quel rendez-vous, pourquoi, et — à la suivante — quand il est libre. Les faire compter.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Rachid dit ses disponibilités sans qu'on les lui demande. C'est ce qui fait tenir l'appel en deux minutes au lieu de six.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question de Rachid est celle qu'on oublie : à quoi sert un rendez-vous de suivi si le résultat n'est pas arrivé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calculer la limite d'annulation pour un rendez-vous du jeudi seize heures trente. Réponse : mercredi seize heures trente.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six éléments avant d'enregistrer quoi que ce soit. C'est le matériau direct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avant l'écriture du billet : chaque phrase du message y trouve sa raison d'être.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devient le brouillon de la production orale. Le ramasser, le corriger, le rendre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Déplacer, annuler, ne pas venir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mots, trois conséquences. Le premier garde votre démarche, le deuxième rend la place, le troisième se paie — et c'est le seul qui laisse une trace au dossier.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Prendre rendez-vous chez le médecin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déplacer, annuler et ne pas venir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les trois choses qu'exige un déplacement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 délai d'annulation et savoir le calculer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un message d'annulation complet sur une boîte vocale.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Bonjour, je peux pas venir demain, merci. » Que peut faire la clinique avec ce message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elephone-mess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est-ce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rendez-vous exactement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quel professionnel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la rappeler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DÉPLACER, CE N'EST PAS ANNULER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 vous voulez un autre rendez-vous, dites « déplacer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clinique annule alors l'ancien elle-même et vous en donne un nouveau dans le même appel : vous n'avez pas deux démarches à faire. Dire « annuler » ferme le dossier et vous laisse tout recommencer.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demande, et la 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7901" y="2322576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 madame. Rachid Benali. Je vous appelle pour déplacer mon rendez-vous de suivi.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7901" y="3409696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instant, je vous trouve. Le mardi 8 juillet à onze heures, avec la docteure Fongang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7901" y="4496816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ça. Mon horaire de travail a changé : je commence à sept heures maintenant, et je ne finis qu'à quinze heures.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583936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5583936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comprends. Vous préférez donc en fin de journée.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disponibilités, dites d'avance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ou très tôt le matin, avant sept heures, si ça existe.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651252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existe : la docteure ouvre à sept heures quinze le mercredi. J'ai mercredi le 9, à sept heures quinze.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25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3738371"/>
            <a:ext cx="88182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 je sois au travail à sept heures ce jour-là. C'est trop juste.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4487672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je regarde en fin de journée… J'ai le jeudi 10 juillet à seize heures trente.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délai, et ce qu'il évite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7901" y="1901952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Jeudi 10, seize heures trente, je le prends. Vous annulez celui du mardi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7901" y="2989072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de le faire. Vous n'avez rien d'autre à faire, et il n'y a pas de frais : vous m'appelez plus de vingt-quatre heures à l'avance.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RACHID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7901" y="4076191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dernière chose. Ma prise de sang est prévue le lundi 7. Est-ce que le résultat sera arrivé pour le jeudi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25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7901" y="5163312"/>
            <a:ext cx="881822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jours ouvrables, en général. Ce sera juste, mais ça devrait entrer.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TROIS MOTS, TROIS CONSÉQUENCES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un seul se paie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Déplacer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rendez-vous survit : on garde la démarche et on change le moment.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Annuler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rend la place, à temps. Rien à payer, aucune trace, libre d'en reprendre un.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Ne pas venir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créneau reste vide pour tout le monde, et la clinique facture souvent des frais.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rappel de la veille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un simple avis : c'est la dernière fenêtre gratuite pour appeler.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MESSAGE D'ANNULATION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éléments, quarante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Nom et date de 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retrouver le bon dossier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Date, heure et professionnel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savoir quel rendez-vous libérer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raison, en une phrase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ne pas être noté comme absent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Un numéro, répété deux fois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pouvoir vous rappeler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On ne rappelle personne pour faire répéter un message : il se réussit du premier coup.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appelle parce que son horaire a changé.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dit quand il est libre sans qu'on le lui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accepte le mercredi à sept heures quinze.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doit annuler lui-même l'ancien rendez-vous.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n'y a pas de frais : il appelle plus de 24 h à l'avance.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la boîte vocale, il donne sa date de naissance.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appelle parce que son horaire a changé.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dit quand il est libre sans qu'on le lui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accepte le mercredi à sept heures quinze.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travaille à sept heures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Rachid doit annuler lui-même l'ancien rendez-vous.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Manon le fait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n'y a pas de frais : il appelle plus de 24 h à l'avance.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la boîte vocale, il donne sa date de naissance.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DANS L'ACTIVITÉ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d'annulation, phrase par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une phrase du message, puis ce qu'elle apporte.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60700" y="2084831"/>
            <a:ext cx="4870294" cy="4087368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 w="12700">
            <a:solidFill>
              <a:srgbClr val="D6D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3et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988" y="2103120"/>
            <a:ext cx="4833718" cy="40507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message que vous laisseriez pour annuler un rendez-vous.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Les six éléments, dans l'ordre : nom, naissance, quel rendez-vous, pourquoi, la suite, le numéro.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Quarante secondes à voix haute — chronométrez-vous.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Prendre rendez-vous chez le médecin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