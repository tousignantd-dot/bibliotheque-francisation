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Rendre les billets de B1. Écrire au tableau « dans trois jours » et « en trois jours » et demander au groupe si c'est la même chose. La classe se divise toujours — c'est le déclencheur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poser les jours au tableau, avec les dates. La différence devient visible en dix secondes, et elle ne s'oublie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les deux phrases à voix haute, avec les jours nommés.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apprendre par paires opposées — dans / d'ici, avant / à partir de, en / dans — plutôt qu'en liste. C'est l'opposition qui se retient.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phrases peuvent être dites dans le même appel. Faire remarquer qu'aucune n'est fausse : elles disent des choses différentes.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calculer la limite pour deux rendez-vous inventés par le groupe. Ça se fait de tête, et ça ancre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dernières sont les plus difficiles. Les faire justifier oralement avant d'afficher la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Les erreurs entre « dans » et « d'ici » se corrigent très vite quand elles portent sur la semaine de l'élève.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Dans, d'ici, avant, à partir 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Sept petits mots décident du jour où vous vous présenterez. Les confondre ne rend pas la phrase fausse : ça vous fait venir le mauvais jour.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Prendre rendez-vous chez le médecin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dans » et « d'ici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avant » et « à partir de » pour poser une limite ou un début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en » (le temps qu'il faut) de « dans » (le moment)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« vers » ne s'emploie jamais pour l'heure d'un rendez-vous.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Vous aurez le résultat dans trois jours » ou « d'ici trois jours ». Est-ce pareil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alendrier-rendezvo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on est lundi, quel jour dans le premier cas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dans le second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des deux vous laisse attendre le moins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une clinique dit-elle le plus souvent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« DANS » POSE UN POINT, « D'ICI » OUVRE UNE FENÊTRE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dans trois jours » = jeudi. « d'ici trois jours » = mardi, mercredi ou jeudi.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différence la plus coûteuse du module : on attend un appel jeudi alors qu'il pouvait arriver mardi, ou l'inverse. Les deux s'entendent dans la même conversation.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SEPT MOTS DE TEMPS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ce que chacun fait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dans + une durée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2936138" cy="123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moment futur, compté depuis aujourd'hui. « Le rendez-vous est dans trois semaines.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d'ici + un moment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349500"/>
            <a:ext cx="2936138" cy="123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la fin de ce délai. « Vous aurez le résultat d'ici vendredi.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avant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349500"/>
            <a:ext cx="2936138" cy="123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limite à ne pas dépasser. « Il faut annuler avant vingt-quatre heures.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302252"/>
            <a:ext cx="2936138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à partir 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566920"/>
            <a:ext cx="2936138" cy="123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moment où ça commence. « La clinique ouvre à partir de sept heures quinze. 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773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27778" y="4302252"/>
            <a:ext cx="2936138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7778" y="4566920"/>
            <a:ext cx="2936138" cy="123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Approximatif — pour votre arrivée à vous, jamais pour l'heure du rendez-vous.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854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68588" y="4302252"/>
            <a:ext cx="2936138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pour + durée / en + durée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8588" y="4566920"/>
            <a:ext cx="2936138" cy="123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est réservé, et le temps qu'il faut. « une plage pour trente minutes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CAS QUI TROMPE TOUT LE MONDE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trois jours, ou dans trois jours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005072"/>
          </a:xfrm>
          <a:prstGeom prst="roundRect">
            <a:avLst>
              <a:gd name="adj" fmla="val 36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laboratoire donne le résultat en trois jours.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lui prend trois jours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Vous aurez le résultat dans trois jours.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sera jeudi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Vous l'aurez d'ici trois jours.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jeudi au plus tard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791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919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Vous l'aurez à partir de jeudi.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919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pas avant jeudi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LIRE « AVANT VINGT-QUATRE HEURES » COMME UNE HEURE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Avant minuit, alors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Plus de vingt-quatre heures avant le rendez-vous.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un délai, pas une heure de la journée. Si le rendez-vous est jeudi à seize heures trente, la limite est mercredi à seize heures trente — et non mercredi soir.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dans · d'ici · avant · à partir de · vers · pour · 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prochain rendez-vous libre est ___ trois semaines.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recevrez le résultat ___ vendredi, au plus tard.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faut annuler ___ vingt-quatre heures.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docteure reçoit ___ sept heures quinze.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pense arriver ___ seize heures quarante.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vous réserve une plage ___ trente minutes.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L'étourdissement passe ___ dix secondes.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Mon horaire change ___ lundi prochain.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prochain rendez-vous libre est ___ trois semaines.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dans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recevrez le résultat ___ vendredi, au plus tard.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d'ici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faut annuler ___ vingt-quatre heures.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avant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docteure reçoit ___ sept heures quinze.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à partir 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pense arriver ___ seize heures quarante.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vers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vous réserve une plage ___ trente minutes.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pour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L'étourdissement passe ___ dix secondes.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Mon horaire change ___ lundi prochain.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à partir 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sur votre semaine avec « dans », « d'ici » et « avant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J'ai un rendez-vous dans… », « Je dois répondre d'ici… », « Il faut partir avant…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Des phrases vraies : vos vraies dates, votre vraie semaine.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Prendre rendez-vous chez le médecin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