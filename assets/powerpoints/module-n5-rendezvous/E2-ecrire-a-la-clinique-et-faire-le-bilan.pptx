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Commencer par faire écouter deux enregistrements de E1 choisis d'avance, avec l'accord des élèves. Puis annoncer que la même histoire s'écrit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Personne ne défend jamais le premier, et pourtant c'est celui que la moitié du groupe écrirait spontanément. Le dire gentiment.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affichée pendant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éléments sont cochables : les élèves peuvent vérifier leur propre texte avant de demander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L'objet est la partie que les élèves négligent le plus, et c'est la seule que le service lit avant d'ouvrir.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contraire existe aussi — le français de lettre du dix-neuvième siècle. Rester simple et poli, c'est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dans le module, puis demander la correction de l'assistant. Les élèves rapides peuvent écrire le second courriel : celui qui annule.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cette liste dans le module, section « Je retiens des mots », et compléter l'autoévaluation avant de terminer.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Les lire à voix haute, sans nommer les auteurs : c'est la meilleure révision possible en cinq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 à la clinique, et faire le bilan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ligne est occupée depuis deux jours et le rendez-vous approche. Un courriel de six à dix phrases, factuel — et une demande claire se traite plus vite qu'une plainte.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de demande à un service, en six à dix phrases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rester factuel plutôt que de se plaindre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réemployer les temps du module : imparfait, passé composé, futur, subjonctif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bilan de ce qu'on sait faire maintenant.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courriels, la même demande. Lequel se traite le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ordonnance-pap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fait trois fois que j'essaie de vous appeler, c'est inadmissible.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Mon horaire de travail a changé le 1er juillet.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donne un fait ? Lequel donne une humeur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lequel peut-on agir tout de suite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UNE DEMANDE CLAIRE SE TRAITE PLUS VITE QU'UNE PLAINTE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donne un fait, une date, et ce qu'on veut.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personne qui lit votre courriel n'est pas celle qui n'a pas répondu au téléphone. Lui reprocher l'attente ne fait pas avancer votre dossier ; lui donner votre numéro de carte et vos disponibilités, oui.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QUE LE COURRIEL DOIT CONTENIR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éléments, six à dix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Qui vous êtes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2936138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Nom, date de naissance, et le rendez-vous visé : date, heure, professionnel.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Ce que vous demandez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29051"/>
            <a:ext cx="2936138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Déplacer, et non annuler. Dit clairement, dès la deuxième phrase.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Pourquoi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29051"/>
            <a:ext cx="2936138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phrase, à l'imparfait et au passé composé. « Mon horaire a changé le 1er juillet.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Quand vous êtes libre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46472"/>
            <a:ext cx="2936138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« à partir de », « avant », « d'ici ». C'est ce qui abrège tout le reste.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Une obligation, un engagement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5046472"/>
            <a:ext cx="2936138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faut que je sois au travail à sept heures. » · « Je serai là quinze minutes avant. 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Comment vous joindre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5046472"/>
            <a:ext cx="2936138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numéro, et le moment où vous répondez.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CADRE DU COURRIEL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met où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l'accueil de la clinique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Objet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 de déplacement — rendez-vous du 8 juillet, 11 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Première phrase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je m'appelle… né le…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Dernière phrase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numéro, un moment, et un remerciement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objet qui nomme la date du rendez-vous fait gagner une journée.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ÉCRIRE AU SERVICE COMME À UN 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Salut, je peux pas venir le 8, tu peux changer ça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« Bonjour, je voudrais déplacer mon rendez-vous du 8 juillet.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courriel à un service commence par « Bonjour, » et emploie « vous ». Ce n'est pas de la distance : c'est ce qui fait traiter votre demande comme une demande.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courriel, six à dix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Vérifiez les six éléments avant de demander la correction.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nommez-vous, avec votre date de naissance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Dites-vous « déplacer » et non « annuler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Donnez-vous une raison, en une phrase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Dites-vous quand vous êtes libre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obligation et un engagement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Laissez-vous un numéro et un moment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courriel, six à dix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nommez-vous, avec votre date de naissance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le rendez-vous visé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Dites-vous « déplacer » et non « annuler »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ne font pas la même chose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Donnez-vous une raison, en une phrase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imparfait et passé composé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Dites-vous quand vous êtes libre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partir de, avant, d'ici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obligation et un engagement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 que… · je serai…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Laissez-vous un numéro et un moment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vous remerciez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savez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639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Dire depuis quand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0985" y="2121408"/>
            <a:ext cx="71880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depuis, ça fait… que, il y a — et le verbe au présent.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8639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Téléphoner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0985" y="2778252"/>
            <a:ext cx="71880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phrase pour ouvrir, deux pour le motif, sept lignes à noter.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8639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Raconter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0985" y="3435096"/>
            <a:ext cx="71880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début, le décor, ce qui a changé, aujourd'hui.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8639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Dire à quel moment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985" y="4091939"/>
            <a:ext cx="71880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me levant, en montant l'escalier, en me penchant.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8639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Questionner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0985" y="4748784"/>
            <a:ext cx="71880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Quatre questions, et « vous pouvez me le redire autrement ? 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8639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Déplacer et annuler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0985" y="5405628"/>
            <a:ext cx="71880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Trois choses à dire, vingt-quatre heures, six éléments de message.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ferez différemment à votre prochain appel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précise, que vous ferez vraiment.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noterai l'heure d'arrivée », « je demanderai le délai d'annulation »…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