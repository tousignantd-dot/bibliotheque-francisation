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Rendre les billets de A4 corrigés et faire lire trois premières phrases d'appel. Le groupe dit laquelle est la plus claire — sans nommer les auteurs.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proposer, puis compter combien d'élèves ont répondu « un papier et un crayon ». C'est presque toujours zéro.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mots de la deuxième réplique de Rachid : douze. C'est tout ce qu'il faut pour ouvrir un 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capital de la séance : c'est la durée annoncée qui fait passer de quinze à trente minutes. Ne pas dire « trois mois », c'est se donner soi-même un rendez-vous trop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Rachid ne dit pas « non » : il explique sa contrainte. Une contrainte expliquée se contourne, un refus sec ne se contourne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vaut bien au-delà de la clinique : c'est la même mécanique au travail et à l'école.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septième moment — répéter pour confirmer — fait l'objet de la séance B4. L'annoncer sans le développer.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Les élèves répondent souvent de mémoire plutôt que d'après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phrases, pas trois. Refuser gentiment les billets qui racontent toute une histoire : c'est précisément le travail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L'appel, du menu jusqu'au numéro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bout du fil, il n'y a pas un médecin : il y a une agente administrative. Elle ne soigne personne, mais c'est elle qui décide si votre rendez-vous durera quinze minutes ou trente.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sept moments d'un appel à une clinique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en une phrase pourquoi on appelle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son nom, l'épeler, et son numéro de carte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l'agente demande le motif.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Pour prendre ou annuler un rendez-vous, faites le deux. » Et ensuite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ppel-car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en premier quand quelqu'un décroche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raconter tout son problème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doit avoir dans la main avant d'appeler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note pendant l'appel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menu, puis l'identification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2322576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joint la Clinique de la Rive. Pour prendre ou annuler un rendez-vous, faites le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340969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Clinique de la Rive, Manon à l'appareil.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4158995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J'aimerais prendre un rendez-vous avec la docteure Fongang,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4611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524611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Certainement. Vous êtes inscrit chez elle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motif, en deux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qu'est-ce qui vous amène ? Je ne demande pas de détails, seulement de quoi choisir la bonne durée.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989072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des étourdissements le matin en me levant. Ça dure depuis trois mois, et je suis fatigué tout le temps.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4076191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Trois mois, ce n'est pas rien. Je vous mets une plage de trente minutes plutôt que quinze.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16331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7901" y="516331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quelque chose bientôt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Choisir, et expliquer pourquoi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le mardi 17 juin à quatorze heures dix, ou le jeudi 19 en fin de journée, à dix-sept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98907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finis à seize heures. Le jeudi 19, ce serait plus simple.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738371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Jeudi 19 juin, dix-sept heures, avec la docteure Fongang. Présentez-vous quinze minutes avant, à l'accueil.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82549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 minutes avant. Est-ce que je dois apporter quelque chose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CONTRAINTE S'EXPLIQUE, ELLE NE SE REFUSE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finis à seize heures » ouvre une porte ; « ça ne marche pas » la ferme.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L'agente ne connaît ni votre horaire, ni votre garderie, ni votre autobus. Dire pourquoi un moment ne convient pas lui permet de chercher au bon endroit du premier coup.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SEPT MOMENTS DE L'APPEL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cet ordre, toujours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626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1 · Le menu, puis l'attente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39136"/>
            <a:ext cx="2936138" cy="8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voix enregistrée, un choix à faire. On écoute et on appuie.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626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2 · Dire ce qu'on veut, en une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739136"/>
            <a:ext cx="2936138" cy="8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Pas son histoire : sa demande. Un verbe, une personne.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626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3 · S'identifier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739136"/>
            <a:ext cx="2936138" cy="8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Nom, souvent épelé, et numéro de carte d'assurance maladie.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626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4 · Dire le motif en deux phrases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956556"/>
            <a:ext cx="2936138" cy="8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Assez pour choisir la durée — pas un récit médical.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626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5 · Choisir un moment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956556"/>
            <a:ext cx="2936138" cy="8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qui est possible, et pourquoi le reste ne l'est pas.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626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6 · Poser ses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956556"/>
            <a:ext cx="2936138" cy="84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Heure d'arrivée, quoi apporter, faut-il être à jeun.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menu dit quoi faire si l'on croit vivre une urgence.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épelle son nom sans qu'on le lui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veut connaître tous les détails médicaux.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réserve trente minutes à cause des trois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choisit le mardi parce qu'il finit à midi.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se présenter quinze minutes avant.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menu dit quoi faire si l'on croit vivre une urgence.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épelle son nom sans qu'on le lui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veut connaître tous les détails médicaux.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 quoi choisir la durée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Manon réserve trente minutes à cause des trois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choisit le mardi parce qu'il finit à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finit à seize heures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se présenter quinze minutes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par laquelle vous ouvrirez votre 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 : ce que vous voulez, et avec qui.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une deuxième : ce que vous avez, et depuis quand.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