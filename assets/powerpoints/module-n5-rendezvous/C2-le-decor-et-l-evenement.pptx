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C1 et en lire trois à voix haute. Souligner au tableau les verbes employés : la classe verra d'elle-même que les deux temps sont déjà là, mélangés.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versions fautives à voix haute. Entendre « je suis monté quand la tête m'a tourné » suffit à sentir ce qui cloche.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centrale du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radical du « nous » est la clé : le faire chercher à voix haute pour cinq verbes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santé, ce sont justement les verbes utiles. Les apprendre avec être dès le départ évite de les corriger pendant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formes justes trois fois, en chœur. C'est mécanique, et ça 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un repère : une date ou un nombre de fois appelle le passé composé ; « avant », « d'habitude », « tous les jours » appellent l'imparfait.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l'écriture. Corriger le temps à voix basse, individuellement — c'est là que la règle entre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Avec les deux phrases de C1, le récit fait maintenant quatre phrases. Le dire au groupe : il reste une séance pour le finir.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décor et l'évènement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plante le décor, le passé composé fait avancer l'histoire. Deux temps, deux métiers — et un récit tient sur eux deux, sans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l'imparfait à partir du « nous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passé composé, avec avoir et avec être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temps selon qu'on décrit ou qu'on raconte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deux dans la même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montais l'escalier quand la tête m'a tourné. » Deux temps dans une phrase : pourquoi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att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dure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arrive d'un coup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passerait-il si les deux étaient au passé composé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les deux étaient à l'imparfait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L'IMPARFAIT DÉCRIT, LE PASSÉ COMPOSÉ RACONTE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me levais et tout tournait » — puis « j'ai dû m'asseoir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n'a ni début ni fin visibles : c'était comme ça, ça se répétait. Le passé composé, lui, est un fait, une fois, souvent daté — et c'est lui qui fait agir un médecin.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ILS SE FORMENT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recettes courtes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L'imparfait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radical du « nous » du présent, plus -ais, -ais, -ait, -ions, -iez, -aient. nous dorm-ons donne je dormais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seul irrégulier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donne j'étais. Tous les autres suivent la règle, même faire : nous fais-ons donne je faisais.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passé composé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avoir ou être au présent, plus le participe passé. j'ai dormi · je suis tombé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L'accord avec être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participe s'accorde avec le sujet : elle est tombée, ils sont allés.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VERBES QUI PRENNENT 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Ceux du module, justement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déplacement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aller, venir, entrer, sortir, monter, partir, arriver, tomber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changement d'état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naître, mourir, devenir, rester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pronominaux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lever, s'asseoir, se tenir, se sentir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Dans ce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tombé · je me suis assis · je me suis levé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« ÊTRE » AVEC UN VERBE PRONOMINAL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m'ai levé trop vite.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me suis levé trop vite.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Tous les verbes pronominaux prennent être, sans exception : je me suis levé, je me suis assis, je me suis tenu au mur. C'est l'erreur la plus fréquente du récit de symptômes.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début, ça ___ (arriver) une fois par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mois dernier, j'___ (avoir) trois étourdissements.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Avant, je ___ (jouer) au soccer tous les dimanches.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J'___ (arrêter) le soccer au mois d'avril.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(monter) l'escalier quand la tête m'a tourné.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semaine dernière, j'___ (devoir) m'asseoir.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Quand ça a commencé, je ___ (dormir) très mal.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matin-là, je ___ (se tenir) au mur dix secondes.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Imparfait ou passé composé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début, ça ___ (arriver) une fois par semaine.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arrivait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mois dernier, j'___ (avoir) trois étourdissements.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ai 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Avant, je ___ (jouer) au soccer tous les dimanches.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jouais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J'___ (arrêter) le soccer au mois d'avril.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ai arrêté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___ (monter) l'escalier quand la tête m'a tourné.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montais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semaine dernière, j'___ (devoir) m'asseoir.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ai dû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Quand ça a commencé, je ___ (dormir) très mal.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dormais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matin-là, je ___ (se tenir) au mur dix secondes.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me suis tenu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de récit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un problème vrai ou inventé,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début, au passé composé.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décor, à l'imparfait.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fait daté, au passé composé.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au présent.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de récit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début, au passé composé.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a commencé au mois de janvier.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décor, à l'imparfait.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marchais et mon genou faisait 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fait daté, au passé composé.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semaine dernière, j'ai dû m'arrêter.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Aujourd'hui, au présent.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Maintenant, ça fait mal tous les jours.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Continuez votre récit de C1 : ajoutez ce qui a changé et où vous en êtes.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passé composé, avec une date ou un nombre de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présent, qui dit comment c'est aujourd'hui.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