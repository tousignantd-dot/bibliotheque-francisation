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A. Relire deux ou trois phrases du billet de sortie de A3, puis annoncer que la séance porte sur la seule question qui revient à tous les appels.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réponse spontanée de presque tous les élèves. Ne pas la corriger sèchement : montrer simplement qu'elle ne permet aucune décision.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seule règle de grammaire de la séance, et elle rend la moitié du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disent presque la même chose. Conseiller aux élèves d'en choisir deux et de les rendre automatiques, plutôt que d'en savoir quatre à moitié.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appliquer le test à voix haute sur les deux dernières lignes avant de donner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personne n'exige une date exacte. C'est l'ordre de grandeur qui compte, et il est toujours connu.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la dernière : « j'ai arrêté » est un fait terminé, donc « il y a ». C'est le cas qui trompe le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Circuler pendant l'écriture et corriger le temps du verbe à voix basse, individuellement. C'est là que la règle entre vraiment.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billet est le matériau de B1 : le ramasser et le rendre au début de la séance suivante, corrigé.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Depuis quand ça dure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question qu'on vous posera dans les trente premières secondes, à chaque fois, par tout le monde. Une seule réponse à préparer : un chiffre et une unité.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chez le médecin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depuis » avec une date et avec une durée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ça fait… que » à l'oral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depuis » de « il y a » et choisir le temps du verbe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trois phrases qui situent un problème dans la durée.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Ça fait longtemps, docteure. » Est-ce que ça renseigne quelqu'un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lendrier-rendezvo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Longtemps, c'est combien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semaines ou deux ans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le médecin peut faire avec cette réponse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répondre autrement, en trois mots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AVEC « DEPUIS », LE VERBE RESTE AU PRÉSENT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J'ai mal depuis trois mois » — et non « j'ai eu mal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présent est ce qui dit au médecin que le problème est encore là aujourd'hui. Le passé composé, lui, ferait croire que c'est fini et qu'on vient raconter une vieille histoire.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FAÇONS DE DIRE DEPUIS QUAND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ce qui les sépare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depuis + un moment ou une durée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Ça a commencé et ça continue. « J'ai des étourdissements depuis le mois de mars.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ça fait… 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même idée, à l'oral, avec la durée en tête. « Ça fait trois mois que ça dure.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il y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moment terminé, dans le passé, avec un passé composé. « Ça a commencé il y a trois mois.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depuis que + une phrase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Quand le départ n'est pas une date mais un évènement. « Depuis que j'ai changé d'horaire…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TEST EN UNE LIGNE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Depuis, ou il y a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PEUT AJOUTER…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ALORS ON EMPLOIE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« et c'est encore le cas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depuis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« et c'est fini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y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j'ai mal ___ trois mois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depuis (ça continue)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ça a commencé ___ trois mois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y a (c'est daté)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RÉPONDRE « LONGTEMPS » À LA QUESTION DE LA DURÉE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Ça fait longtemps que j'ai ça.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Ça fait environ trois mois.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Longtemps » ne permet aucune décision : ni la durée du rendez-vous, ni l'ordre des examens. Un chiffre approximatif vaut infiniment mieux qu'un mot vague — « environ trois mois », « depuis le printemps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Avec depuis, ça fait… que, ou il y 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des étourdissements ___ le mois de mars.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trois mois que ça dure.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a commencé ___ trois mois, un lundi matin.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que j'ai changé d'horaire, je dors moins.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fatigué ___ des semaines.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arrêté le soccer ___ deux mois.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des étourdissements ___ le mois de mars.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depuis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trois mois que ça dure.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fait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a commencé ___ trois mois, un lundi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y 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que j'ai changé d'horaire, je dors moins.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Depuis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fatigué ___ des semaines.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depuis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arrêté le soccer ___ deux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y a — c'est fini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phrases sur trois mois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Écrivez, puis lisez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phrase avec « depuis » et une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phrase avec « ça fait… que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phrase avec « il y a » et un passé composé.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phrase avec « depuis que 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phrases sur trois mois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phrase avec « depuis » et une date.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mal au dos depuis le mois d'avril.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phrase avec « ça fait… que ».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Ça fait six semaines que je dors mal.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phrase avec « il y a » et un passé composé.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arrêté de courir il y a un mois.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phrase avec « depuis que ».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Depuis que je travaille de nuit, je suis fatigué.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Préparez la première phrase de votre appel : le problème, et depuis quand.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écrite en toutes lettres, prête à être lue au téléphone.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l'utiliserez telle quelle dans le défi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chez le médecin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