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Rendre les messages de D2 corrigés et en lire deux à voix haute, sans nommer les auteurs. Le groupe dit lequel il rappellerait, et pourquoi.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bonne réponse est la deuxième, mais laisser le groupe défendre les autres : c'est en les comparant qu'on voit pourquoi le début l'emporte.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laisser affichée pendant les enregistrements.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essayer les deux rôles à ceux qui vont vite : jouer l'agente oblige à poser les questions, ce qui apprend à les 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sept items complets sont à l'écran dans le module. Ici, on garde les quatre moments : c'est ce qu'on retient en jouant.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Chacun s'enregistre dans le module, s'écoute, corrige, puis envoie. Le deuxième enregistrement est presque toujours meilleur : exiger qu'on s'écoute avant d'envoyer.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Rejouer les deux versions à voix haute si le groupe hésite : la différence s'entend en dix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contrôle est le même que celui de la mini-leçon du module. Il rend l'élève capable de se corriger seul, ce qui est le but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L'appel pour de vrai, et le récit au médecin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productions orales dans la même séance : un appel mené du début à la fin, puis une minute de récit — trois mois racontés à quelqu'un qui ne vous connaît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chez le médecin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mener un appel du menu jusqu'à la confirmation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questions qu'on n'ose pas poser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 problème qui dure, en une minute et en quatre temps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s'écouter et se corriger avant d'envoyer.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Une minute pour raconter trois mois à quelqu'un qui ne vous connaît pas. Par quoi commencez-vous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lle-atten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ce qui fait le plus mal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le début, avec une date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ce que vous avez arrêté de faire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phrases avez-vous, en une minute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QUATRE TEMPS, UNE MINUTE, AUCUN MOT SAVANT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début · le décor à l'imparfait · ce qui a changé au passé composé · aujourd'hui.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Puis deux questions à vous. Un récit organisé vaut infiniment mieux qu'un vocabulaire médical approximatif : personne ne vous demande de nommer une maladie, on vous demande de raconter ce qui vous arrive.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RÔLE, EN TROIS SITUATIONS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L'assistant joue l'agente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Le premier rendez-vous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Des étourdissements depuis trois mois. Vous voulez votre médecin, pas le sans-rendez-vous.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Le rendez-vous qui ne marche 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Votre horaire a changé. Vous voulez garder le rendez-vous, mais à un autre moment.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L'annulation de dernière minute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C'est demain et votre enfant est malade. Annuler sans être noté absent, puis en reprendre 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Ce qu'il faut savoir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L'agente ne donne jamais un renseignement avant qu'on le lui demande. Comme au vrai téléphone.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SEPT CHOSES À FAIRE PENDANT L'APPEL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liste que porte le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Ouvrir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pourquoi vous appelez, en une phrase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S'identifier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nom, épelé, et le numéro de carte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motif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avez, et depuis quand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Conclure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l'heure d'arrivée, ce qu'il faut apporter, le délai, et répéter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Racontez, en quatre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minute. Écoutez-vous ensuite comme si vous étiez le médecin.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TEMPS 1 · Le problème et depuis quand.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201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841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TEMPS 2 · Le décor, et à quel moment ça arrive.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7096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2800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920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2640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TEMPS 3 · Ce qui a changé.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7883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936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576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03428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TEMPS 4 · Vos deux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Racontez, en quatre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TEMPS 1 · Le problème et depuis quand.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« J'ai des étourdissements depuis le mois de mars.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201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841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TEMPS 2 · Le décor, et à quel moment ça arrive.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« Je me levais et tout tournait. Ça m'arrive en me levant.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7096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2800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920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2640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TEMPS 3 · Ce qui a changé.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« Au début, une fois par semaine. La semaine dernière, j'ai dû m'asseoir.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7883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936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576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03428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TEMPS 4 · Vos deux questions.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« Est-ce que je dois arrêter de travailler ? Et si ça empire ?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RÉCITER UNE LISTE DE SYMPTÔMES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Étourdissements, fatigue, ça tourne, mal de tête.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Ça a commencé en mars. Je me levais et tout tournait…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liste dit ce qu'on a ; un récit dit comment ça évolue. C'est l'évolution qui permet de décider quoi chercher, et elle ne tient pas dans une énumération.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Écoutez votre enregistrement une dernière fois, puis répondez en une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médecin saurait-il quand ça a commencé, à quel moment ça arrive, et si ça empire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une des trois manque, refaites-le avant d'envoyer.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chez le médecin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