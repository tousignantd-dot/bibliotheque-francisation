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séance. Ramasser les enregistrements de A2 s'il y en a, et en faire écouter deux. Puis annoncer : aujourd'hui, aucun mot compliqué de médecine — que des mots de bureau et de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disent « la carte soleil » ou « ma carte du docteur ». Accueillir toutes les formes, puis donner le nom complet et l'écrire.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 GMF » se dit lettre par lettre : gé-ème-effe.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Disponibilité » est le mot que l'agente emploie et que les élèves ne comprennent presque jamais. Le travailler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À jeun » ne prend pas d'article : c'est une locution. Le dire, sinon les élèves écrivent « un jeun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Déplacer » et « annuler » ne veulent pas dire la même chose : c'est tout le défi 3. Poser la question maintenant, sans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les tablettes : le groupe décrit deux ou trois images à l'oral, puis chacun continue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Règle générale du module, à répéter : si le mot est incertain, décrire vaut mieux que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l'article à chaque réponse. Sans article, la réponse ne compte pas — l'annoncer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relire avant B1 : les erreurs d'article se corrigent en trente secondes au début de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rendez-vous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et pas un de médical. Ce sont ceux de l'accueil, du téléphone et du calendrier — ceux qu'on entend avant même d'avoir vu un médecin.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seize mots du module et les associer à leur définition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ces mots sur une image ou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avec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étourdissement d'une perte de connaissance.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Cet objet, on vous le demande à chaque rendez-vous. Comment s'appelle-t-il exactement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rte-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l'appelez-vous, 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dessus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la date est passée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le gardez-vous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s'adresser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096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GMF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234" y="2121408"/>
            <a:ext cx="5955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clinique où plusieurs médecins et infirmières suivent les mêmes patients.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096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carte d'assurance maladie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234" y="3106674"/>
            <a:ext cx="5955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qui donne droit aux soins payés ; elle a un numéro et une date de fin.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096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sans-rendez-vous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234" y="4091939"/>
            <a:ext cx="5955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service où l'on est reçu le jour même, sans avoir réservé.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096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étourdissement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234" y="5077205"/>
            <a:ext cx="5955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la tête tourne et où il faut se tenir à quelque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téléphone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756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symptôme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2622" y="2121408"/>
            <a:ext cx="62763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le corps montre ou fait sentir quand quelque chose ne va pas.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7756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disponibilité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2622" y="3106674"/>
            <a:ext cx="62763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moment libre qu'on peut vous offrir dans un horaire.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7756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rendez-vous de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2622" y="4091939"/>
            <a:ext cx="62763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deuxième rendez-vous, pour revoir un problème déjà examiné.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7756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agente administrative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2622" y="5077205"/>
            <a:ext cx="62763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répond au téléphone d'une clinique et donne les rendez-vous.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bureau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85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rappel automatisé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822" y="2121408"/>
            <a:ext cx="6966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message envoyé par une machine, la veille du rendez-vous.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085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tension artérielle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822" y="3106674"/>
            <a:ext cx="6966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force du sang, mesurée avec un brassard autour du bras.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085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prise de sang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2822" y="4091939"/>
            <a:ext cx="6966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L'examen où l'on prélève un peu de sang pour l'analyser.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085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à jeun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2822" y="5077205"/>
            <a:ext cx="6966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avoir rien mangé depuis plusieurs heures ; on peut boire de l'eau.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Déplacer ou annuler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537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ordonnance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0785" y="2121408"/>
            <a:ext cx="64982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signé par un médecin qui autorise un examen ou un médicament.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5537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déplacer un rendez-vous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0785" y="3106674"/>
            <a:ext cx="64982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garder, mais à un autre jour ou à une autre heure.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5537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frais d'absence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0785" y="4091939"/>
            <a:ext cx="64982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demandé à qui ne s'est pas présenté sans prévenir à temps.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5537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boîte vocale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0785" y="5077205"/>
            <a:ext cx="64982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répondeur qui enregistre le message quand personne ne répond.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images du rendez-vous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Glissez chaque photo sur la phrase qui la décrit.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623" y="2084831"/>
            <a:ext cx="1986448" cy="4087368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r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911" y="2103120"/>
            <a:ext cx="1949872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CONFONDRE ÉTOURDISSEMENT ET PERTE DE CONNAISSANCE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perdu connaissance » quand la tête a seulement tourné.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me tiens au mur, mais je sais toujours où je suis.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n'envoient pas au même endroit : un étourdissement s'examine en clinique, une perte de connaissance mène souvent à l'urgence. Quand on n'est pas certain du mot, on décrit ce qu'on a vécu.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 mot s'agit-il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la définition et donnez le mot, avec son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signé qui autorise un examen.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Sans avoir rien mangé depuis plusieurs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répond au téléphone de la clinique.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moment libre dans un horaire.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garder, mais à un autre jour.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répondeur qui enregistre les messages.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 mot s'agit-il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signé qui autorise un examen.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Sans avoir rien mangé depuis plusieurs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jeun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répond au téléphone de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agente administrative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moment libre dans un horaire.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disponibilité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garder, mais à un autre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déplacer un rendez-vous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répondeur qui enregistre les messages.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boîte vocale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du jour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phrases vraies si possible : votre carte, votre clinique, votre horaire.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mot dans chaque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