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lecture. Ouvrir en projetant une annonce complète sans rien expliquer, et demander au groupe ce qu'il comprend. La liste des mots incompris est le programme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Cette explication rassure : les élèves croient souvent que leur français est en cause, alors que c'est la forme même de l'annonce qui empêche de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Premier des deux tableaux d'abréviations. Faire lire chaque ligne à voix haute en phrase complète : c'est ainsi qu'on les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n/c » est le piège classique. Insister : c'est une abréviation qui change complètement le calcul du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l'annonce que le module suit d'un bout à l'autre : elle revient au jeu de rôle de la séance E1. La faire recopier.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contresens le plus fréquent, et il coûte de l'argent : un élève qui croit avoir choisi un logement lumineux découvre en janvier qu'il paie l'électricité.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 de la séance A1. Le refaire au tableau si le groupe hésite : c'est l'erreur qui fait perdre le plus de temps dans une recherche.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2 du Défi 1, où les six abréviations se glissent sur leur définition. Faire l'exercice à l'oral d'abord, puis ouvrir l'activité.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3 du Défi 1. Les six questions sont celles qu'on se pose vraiment devant une annonce : les faire recopier comme une grille de lecture réutilisable.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Écrire une annonce oblige à comprendre les abréviations mieux que les lire. Les annonces produites servent d'exercice de lecture en début de séance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annonce écrite en abrégé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annonce n'est pas une phrase : c'est une liste, sans verbe, où les mots longs sont coupés. Dix abréviations suffisent à les lire toutes.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abréviations d'une petite annonce de logement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abréviation à voix haute, en phrase complète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point d'une abréviation ne finit pas 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l'annonce les quatre renseignements qui comptent.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ANNONCE SE PAIE À LA LIGNE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Alors elle coupe tout ce qu'elle peut couper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n'y a ni verbe, ni phrase complète : seulement des renseignements séparés par des virgules. Les mots longs sont raccourcis et suivis d'un point. Ce point ne finit pas une phrase : il dit que le mot est coupé.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abréviations du logement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4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quatre et demie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2e ét.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deuxième étage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ch. et écl.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chauffé et éclairé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s.-sol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sous-sol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point dit que le mot est coupé, pas que la phrase finit.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abréviations du logement — la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stat.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stationnement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libre imm.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libre immédiatement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libre 1er juill.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libre le premier juillet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n/c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chauffé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n/c ne veut pas dire « non compris » : c'est le chauffage.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L'annonce du quatre et demie, ligne par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4 ½, rue Chabot, Villeray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logement et le quartier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2e ét., 2 ch. fermées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l'étage et les chambres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ch. et écl., non meublé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est compris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libre 1er juill., 1 150 $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et le prix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lignes, quatre renseignements. Rien d'autre ne compte.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« écl. » comme « ensoleillé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« écl. » comme « éclairé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Éclairé » ne parle pas de la lumière du soleil : il dit que le compte d'électricité est compris dans le loyer. Pour la lumière naturelle, une annonce écrirait « ensoleillé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compter le demi comme une pièce de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compter le demi comme la salle de bain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chiffre compte toutes les pièces et le demi est toujours la salle de bain. Un quatre et demie a donc deux chambres, un salon et une cuisine.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cette abréviation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chaque abréviation en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 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2e ét.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ch. et écl.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s.-sol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stat.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libre 1er juill.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cette abréviation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4 ½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quatre et demie : deux chambres fermées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2e ét.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deuxième étage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ch. et écl.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chauffé et éclairé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s.-sol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sous-sol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stat.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stationnement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libre 1er juill.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libre le premier juillet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renseignement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Dans l'annonce du quatre et demie.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étage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chambres fermées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compris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des meubles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date est-il libre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coûte-t-il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 renseignement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étage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deuxième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chambres fermées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compris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chauffage et l'électricité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des meubles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le logement est non meublé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quelle date est-il libre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premier juillet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coûte-t-il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1 150 $ par mois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annonce en abrégé pour votre logement actuel.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___ ½, ___ ét.,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Libre le ___ . ___ $ par mois.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