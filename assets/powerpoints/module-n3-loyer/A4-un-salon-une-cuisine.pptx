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A. Ouvrir en reprenant les mots relevés dans les billets de la séance A3, et en demandant chaque fois « un ou une ? ». Le groupe hésitera : c'est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franchement plutôt que de laisser espérer une règle : les élèves qui cherchent une logique perdent des mois. Ce qui marche, c'est de noter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Présenter la terminaison comme une aide à la mémoire, pas comme une règle : « une maison » finit aussi en -on et elle est féminine.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d'autres mots du logement en -ine : la cuisine, la piscine, la vitrine. Tous féminins.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le pont vers la séance B4 : l'accord de l'adjectif. Ne pas le développer ici, seulement le montrer.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le genre de « cuisine » et de « salon » dans leurs langues. Les réponses seront contradictoires, et c'est exactement la démonstration qu'il faut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ouvrir les carnets et corriger sur-le-champ les mots déjà notés sans article. C'est le geste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4 de « Je découvre ». Faire justifier chaque réponse par le mot lui-même, jamais par l'habitude : « on dit une cuisine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Répétition en chœur. Ne jamais faire répéter le mot seul, sans article : c'est ce qui installe le doute.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Dernier billet du bloc A. Corriger sans commenter : le but est de savoir qui aura besoin d'un rappel au moment de l'accord des adjectifs, en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salon, une cuisine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genre ne se devine pas et ne se traduit pas : il s'apprend avec le mot. Quatre séances plus loin, c'est lui qui décidera de l'accord des adjectifs d'une annonce.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un et une devant le nom d'une pièce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genre ne se traduit pas d'une langue à l'autre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apprendre chaque mot nouveau avec son article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le genre reviendra dans l'accord des adjectifs.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 EST QU'IL N'Y A PAS DE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L'article fait partie du mot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dans un salon ne le rend masculin, rien dans une cuisine ne la rend féminine. On ne peut pas le deviner, et on ne peut pas le traduire : le même objet change de genre d'une langue à l'autre. On l'apprend en même temps que le mot, jamais après.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masculines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FIN DU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salon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balcon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couloir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-oir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sous-sol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Beaucoup de mots en -on et en -oir sont masculins. Ça aide, ça ne décide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féminines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FIN DU MOT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cuisine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chambre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-ambre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salle de bain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-alle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fenêtre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-être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Beaucoup de mots en -ine et en -elle sont féminins.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pluriel, un seul mot pour les deux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SINGULIER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PLURIEL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salon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salons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chambres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chambre fermée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chambres fermées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balcon fermé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des balcons fermés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genre ne s'entend plus, mais il s'écrit encore dans l'adjectif.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 cuisine, parce que c'est masculin dans ma langue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une cuisine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genre change d'une langue à l'autre : le même objet est masculin ici et féminin ailleurs. Il n'y a rien à traduire — il faut réapprendre le mot avec son article français.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MÉTHODE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noter « chambre » dans son carnet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noter « une chambre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 de gagnées, et un doute pour des années. Un mot noté sans son article devra être réappris avec.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a ___ salon et deux chambres.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___ cuisine avec un balcon arrière.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garçon veut ___ chambre à lui.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___ salle de bain au fond du couloir.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dans ___ sous-sol propre.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L'immeuble a ___ escalier extérieur.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ou une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a ___ salon et deux chambres.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___ cuisine avec un balcon arrière.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garçon veut ___ chambre à lui.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___ salle de bain au fond du couloir.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buanderie est dans ___ sous-sol propre.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L'immeuble a ___ escalier extérieur.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pièces avec leur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 le mot entier.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salon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cuisine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chambre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salle de bain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balcon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sous-sol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pièces avec leur article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salon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masculin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cuisine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féminin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chambre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féminin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salle de bain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féminin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balcon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masculin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sous-sol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masculin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mots du logement avec leur article, sans regarder vos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___ salon, ___ cuisine.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___ chambre, ___ balcon.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