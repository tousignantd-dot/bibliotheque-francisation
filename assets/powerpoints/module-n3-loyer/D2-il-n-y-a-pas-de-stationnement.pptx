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D, et la seule du module qui porte sur les droits. Ouvrir avec la dernière ligne du vrai ou faux de la séance D1 : « Dilnoza doit donner de l'argent le jour de la visite » était faux, et le groupe voudra savoir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l'une des rares règles vraiment simples du français : le dire, ça motive. Faire transformer cinq phrases positives à l'oral avant tout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genre et le nombre ne changent rien ici : c'est la seule fois du module où l'on n'a pas à y penser.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la méthode en une question, comme au tableau : nom ou adjectif ? Le reste suit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Préciser que le Tribunal s'appelait la Régie du logement jusqu'en 2020 : les deux noms se disent encore, et les élèves entendront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renseignement le plus utile de tout le module. Beaucoup d'élèves ont déjà payé un dépôt sans le savoir : le dire sans accuser personne, et sans promettre qu'on peut le récupérer facilement.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phrases négatives au pluriel à l'oral : pas de meubles, pas de rideaux, pas de voisins bruyants. Trois passages suffisent d'habitude.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de sortie par tout le groupe, deux fois. C'est une phrase de protection, et elle doit sortir sans hésiter.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3 du Défi 3. Faire dire à chaque fois si le mot qui suit est un nom ou un adjectif : c'est la seule chose à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5 du Défi 3. Faire jouer les six échanges à deux, debout, en se déplaçant dans la classe : une visite ne se fait pas assis.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dernier du bloc D. Vérifier surtout le choix entre « de » et « d' ». Le bloc E commence par la production orale : rappeler aux élèves d'apporter leur papier de trois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n'y a pas de stationnement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un non pendant la visite, et savoir trois choses avant de dire oui : le bail, sa durée, et l'argent qu'on ne donne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et employer il n'y a pas de, il n'y a pas d'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pas de devant un nom et ne… pas devant un adjectif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 bail et combien de temps il dure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 dépôt de garantie est interdit au Québec.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PAS », L'ARTICLE DEVIENT «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 un stationnement — il n'y a pas de stationnement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Un, une, des, du : tous deviennent « de » après « pas ». Une seule forme, quel que soit le genre et le nombre. Devant une voyelle, le e tombe : il n'y a pas d'ascenseur.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Répondre non, quatre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n'y a pas de stationnement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nom masculin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n'y a pas de buanderie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nom féminin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n'y a pas de meubles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pluriel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n'y a pas d'ascenseur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premiers sont identiques : de, toujours 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un adjectif, pas de « de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n'est pas compris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adjectif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logement n'est pas meublé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adjectif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n'y a pas de meubles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n'avons pas d'auto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nom, avec une voyelle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question : est-ce qu'il y a un nom après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bail, en quatre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Qu'est-ce que c'est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formulaire officiel, le même partout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 le fait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Tribunal administratif du logement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Combien de temps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douze mois, du 1er juillet au 30 juin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Et après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se renouvelle tout seul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renouvellement automatique protège le locataire.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L'argent qu'on donne, et celui qu'on ne donne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DIT LA LOI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premier mois de loyer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permis, à partir du premier jour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dépôt de garantie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interdit au Québec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dernier mois d'avance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interdit aussi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preuve de revenus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permis de la demander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propriétaire ne peut demander que le premier mois de loyer.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n'y a pas des meubles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n'y a pas de meubles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pluriel aussi, l'article devient « de ». C'est le piège le plus fréquent, parce que beaucoup de langues gardent le pluriel à la forme négative.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DÉMARCHE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signer le jour de la visite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vais y penser et je vous rappelle demain.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n'est obligé de signer sur place. Un logement qu'on ne vous laisse pas le temps de considérer mérite qu'on se méfie.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d'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réponse négative.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stationnement dans la cour.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ascenseur : c'est un vieil immeuble.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est vide : il n'y a pas ___ meubles.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Internet n'est ___ compris dans le loyer.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n'avons pas ___ auto, alors ça ne fait rien.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buanderie dans cet immeuble-là.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d'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stationnement dans la cour.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ascenseur : c'est un vieil immeuble.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est vide : il n'y a pas ___ meubles.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Internet n'est ___ compris dans le loyer.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n'avons pas ___ auto, alors ça ne fait rien.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buanderie dans cet immeuble-là.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et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Qu'est-ce qu'on vous répond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y a un stationnement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les fenêtres sont neuves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sont les chambres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buanderie est ouverte le soir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L'école est loin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dois donner de l'argent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et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y a un stationnement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Non. On se gare dans la rue.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les fenêtres sont neuves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Elles ont été changées l'an dernier.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sont les chambres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fond du couloir.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buanderie est ouverte le soir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sept heures à dix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L'école est loin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Cinq minutes à pied.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dois donner de l'argent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Non. Le premier loyer le premier juillet.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choses qu'il n'y a pas dans votre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n'y a pas de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n'y a pas d'___ . Il n'y a pas de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