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bloc C, et celle que le groupe redoute le plus. Le dire d'entrée : téléphoner dans une langue nouvelle est difficile pour tout le monde, et c'est justement pour ça qu'on s'y prépare pendant quatre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avoueront dire oui sans avoir compris. Ne pas moraliser : montrer plutôt qu'une phrase de trois mois — « pouvez-vous répéter » — règle le problème, et c'est ce qu'on va apprendre.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phrases : Dilnoza dit pourquoi elle appelle en une seule phrase, la deuxième de l'appel. C'est la règle à retenir de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J'aimerais poser trois questions, si vous avez une minute » est la phrase la plus utile de la séance : elle annonce ce qui vient et elle laisse à l'autre la possibilité de dire non. Faire répéter en chœur.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le geste le plus important du bloc : elle répète l'adresse, le jour et l'heure. C'est le seul moment où une erreur peut encore se corriger. L'exiger de tout le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de la production orale de la séance E1. Le faire recopier maintenant : il servira à chaque séance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individuellement, en regardant ailleurs pour imiter la situation du téléphone. C'est la phrase du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1 du Défi 2. Faire justifier chaque « faux » par la réplique exacte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Faire écrire la phrase complète, avec le bonjour. Les billets se relisent à voix haute en début de séance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Bonjour, je vous appelle pour l'annonce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téléphone, il n'y a ni gestes, ni visage, ni papier à montrer. Il reste la première phrase, et elle décide de tout l'appel.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pourquoi on appelle, dès la deuxième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la question « vous êtes combien de personnes ?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loyer, une heure et une adresse dits au téléphone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répéter le rendez-vous avant de raccrocher.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est difficile au téléphone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téléphonez en français ? À qui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plus difficile qu'en personne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faites quand vous ne comprenez pas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demandez de répéter, ou est-ce que vous dites oui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êtes combien de personnes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3655" y="2322576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allô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3655" y="3071876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madame. Je vous appelle pour l'annonce du quatre et demie.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3655" y="4158995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Oui, il est encore libre. Vous êtes combien de personnes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3655" y="4908296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sommes trois : mon mari, mon garçon de six ans et moi.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J'aimerais poser trois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3655" y="1901952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poser trois questions, si vous avez une minute.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655" y="2651252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Allez-y, je vous écoute.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3655" y="3400551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chauffage est vraiment compris dans le loyer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3655" y="4149851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Onze cent cinquante dollars, chauffage et électricité compris. Il n'y a rien à ajouter.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mille quatre cent douze, rue Chabot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40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3655" y="1901952"/>
            <a:ext cx="850247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Merci. Est-ce que je pourrais le visiter cette semaine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6887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1640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655" y="2633472"/>
            <a:ext cx="850247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sûr. Samedi matin, dix heures, ça vous irait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39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364991"/>
            <a:ext cx="1640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3655" y="3364991"/>
            <a:ext cx="850247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Samedi, dix heures. Je vais venir avec mon mari. C'est quelle adresse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3192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6511"/>
            <a:ext cx="164096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3655" y="4096511"/>
            <a:ext cx="85024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Sept mille quatre cent douze, rue Chabot. Deuxième étage, la porte de droite.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8348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148072"/>
            <a:ext cx="164096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3655" y="5148072"/>
            <a:ext cx="85024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Sept mille quatre cent douze, rue Chabot, samedi dix heures. Merci beaucoup, madame.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temps de l'appel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663952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1 · dire pourquoi on appelle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appelle pour l'annonce.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2 · annoncer ses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J'aimerais poser trois questions.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3 · demander la visite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que je pourrais le visiter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4 · répéter le rendez-vous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Samedi, dix heures, rue Chabot.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1220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496824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minutes en tout, pas davantage.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PHRASE QUI OUVRE TOUS LES APPELS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Bonjour. Je vous appelle pour l'annonce.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dit tout de suite qui vous êtes et ce que vous voulez. Sans elle, la personne ne sait pas à qui elle parle et l'appel commence mal. Elle vient juste après le bonjour, jamais plus tard.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Dilnoza dit tout de suite pourquoi elle appelle.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déjà loué.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Claudine demande combien de personnes vont habiter là.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buanderie coûte deux dollars la brassée.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est de six mois.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Dilnoza répète l'adresse avant de raccrocher.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Dilnoza dit tout de suite pourquoi elle appelle.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déjà loué.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est encore libre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Claudine demande combien de personnes vont habiter 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buanderie coûte deux dollars la brassée.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est de six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douze mois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Dilnoza répète l'adresse avant de raccrocher.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première phrase que vous direz au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Bonjour, ___ . Je vous appelle pour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J'aimerais 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