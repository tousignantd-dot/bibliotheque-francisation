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bloc C, et celle que le groupe redoute le plus. Le dire d'entrée : téléphoner dans une langue nouvelle est difficile pour tout le monde, et c'est justement pour ça qu'on s'y prépare pendant quatre séances.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Beaucoup avoueront dire oui sans avoir compris. Ne pas moraliser : montrer plutôt qu'une phrase de trois mois — « pouvez-vous répéter » — règle le problème, et c'est ce qu'on va apprendre.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compter les phrases : Dilnoza dit pourquoi elle appelle en une seule phrase, la deuxième de l'appel. C'est la règle à retenir de toute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J'aimerais poser trois questions, si vous avez une minute » est la phrase la plus utile de la séance : elle annonce ce qui vient et elle laisse à l'autre la possibilité de dire non. Faire répéter en chœur.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réplique est le geste le plus important du bloc : elle répète l'adresse, le jour et l'heure. C'est le seul moment où une erreur peut encore se corriger. L'exiger de tout le monde.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le plan de la production orale de la séance E1. Le faire recopier maintenant : il servira à chaque séance du bloc.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répéter individuellement, en regardant ailleurs pour imiter la situation du téléphone. C'est la phrase du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1 du Défi 2. Faire justifier chaque « faux » par la réplique exacte du dialogue.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Faire écrire la phrase complète, avec le bonjour. Les billets se relisent à voix haute en début de séance C2.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Bonjour, je vous appelle pour l'annonce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Au téléphone, il n'y a ni gestes, ni visage, ni papier à montrer. Il reste la première phrase, et elle décide de tout l'appel.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Trois questions avant de louer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pourquoi on appelle, dès la deuxième phrase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répondre à la question « vous êtes combien de personnes ?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 loyer, une heure et une adresse dits au téléphone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répéter le rendez-vous avant de raccrocher.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qui est difficile au téléphone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vous téléphonez en français ? À qui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est plus difficile qu'en personne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vous faites quand vous ne comprenez pas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vous demandez de répéter, ou est-ce que vous dites oui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Vous êtes combien de personnes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640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CLAUDINE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73655" y="2322576"/>
            <a:ext cx="850247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allô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640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DILNOZA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73655" y="3071876"/>
            <a:ext cx="850247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Bonjour, madame. Je vous appelle pour l'annonce du quatre et demie.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99440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158995"/>
            <a:ext cx="1640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CLAUDINE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3655" y="4158995"/>
            <a:ext cx="850247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Bonjour. Oui, il est encore libre. Vous êtes combien de personnes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74370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908296"/>
            <a:ext cx="1640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DILNOZA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73655" y="4908296"/>
            <a:ext cx="850247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sommes trois : mon mari, mon garçon de six ans et moi.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J'aimerais poser trois questions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640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DILNOZA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73655" y="1901952"/>
            <a:ext cx="850247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J'aimerais poser trois questions, si vous avez une minute.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640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CLAUDINE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73655" y="2651252"/>
            <a:ext cx="850247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Allez-y, je vous écoute.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640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DILNOZA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73655" y="3400551"/>
            <a:ext cx="850247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le chauffage est vraiment compris dans le loyer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640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CLAUDINE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73655" y="4149851"/>
            <a:ext cx="850247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Oui. Onze cent cinquante dollars, chauffage et électricité compris. Il n'y a rien à ajouter.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Sept mille quatre cent douze, rue Chabot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640966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DILNOZA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73655" y="1901952"/>
            <a:ext cx="8502472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Merci. Est-ce que je pourrais le visiter cette semaine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68879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33472"/>
            <a:ext cx="1640966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CLAUDINE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73655" y="2633472"/>
            <a:ext cx="8502472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Bien sûr. Samedi matin, dix heures, ça vous irait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00399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364991"/>
            <a:ext cx="1640966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DILNOZA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73655" y="3364991"/>
            <a:ext cx="8502472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Samedi, dix heures. Je vais venir avec mon mari. C'est quelle adresse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31920"/>
            <a:ext cx="11057839" cy="969264"/>
          </a:xfrm>
          <a:prstGeom prst="roundRect">
            <a:avLst>
              <a:gd name="adj" fmla="val 1509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6511"/>
            <a:ext cx="1640966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CLAUDINE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73655" y="4096511"/>
            <a:ext cx="8502472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Sept mille quatre cent douze, rue Chabot. Deuxième étage, la porte de droite.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983480"/>
            <a:ext cx="11057839" cy="969264"/>
          </a:xfrm>
          <a:prstGeom prst="roundRect">
            <a:avLst>
              <a:gd name="adj" fmla="val 1509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148072"/>
            <a:ext cx="1640966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DILNOZA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73655" y="5148072"/>
            <a:ext cx="8502472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Sept mille quatre cent douze, rue Chabot, samedi dix heures. Merci beaucoup, madame.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temps de l'appel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663952"/>
          </a:xfrm>
          <a:prstGeom prst="roundRect">
            <a:avLst>
              <a:gd name="adj" fmla="val 54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TEMPS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1 · dire pourquoi on appelle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Je vous appelle pour l'annonce.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736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01696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2 · annoncer ses questions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01696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J'aimerais poser trois questions.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796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07664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3 · demander la visite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07664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Est-ce que je pourrais le visiter 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78561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13631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4 · répéter le rendez-vous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13631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Samedi, dix heures, rue Chabot.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12208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4968240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Trois minutes en tout, pas davantage.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 PHRASE QUI OUVRE TOUS LES APPELS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Bonjour. Je vous appelle pour l'annonce.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Elle dit tout de suite qui vous êtes et ce que vous voulez. Sans elle, la personne ne sait pas à qui elle parle et l'appel commence mal. Elle vient juste après le bonjour, jamais plus tard.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Dilnoza dit tout de suite pourquoi elle appelle.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logement est déjà loué.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Claudine demande combien de personnes vont habiter là.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buanderie coûte deux dollars la brassée.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bail est de six mois.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Dilnoza répète l'adresse avant de raccrocher.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Dilnoza dit tout de suite pourquoi elle appelle.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logement est déjà loué.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il est encore libre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Claudine demande combien de personnes vont habiter là.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buanderie coûte deux dollars la brassée.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bail est de six mois.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douze mois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Dilnoza répète l'adresse avant de raccrocher.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la première phrase que vous direz au téléphone.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Bonjour, ___ . Je vous appelle pour ___ 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J'aimerais ___ 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Trois questions avant de louer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