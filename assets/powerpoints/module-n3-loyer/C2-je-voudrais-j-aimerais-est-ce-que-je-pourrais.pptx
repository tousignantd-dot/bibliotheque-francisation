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langue, tirée directement de l'appel de la séance C1. Ouvrir en faisant lire à voix haute les premières phrases écrites au billet précédent, et en demandant au groupe lesquelles sonnent polies.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l'expérience : dire « je veux visiter » en souriant, puis les yeux baissés et sans expression. Le groupe entend la différence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expliquer le conditionnel : au niveau 3, ces formes s'apprennent comme des blocs. La conjugaison viendra plus tard, dans un autre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même mécanique que le futur proche de la séance C4 : un verbe qui change, un verbe qui ne change pas. Le signaler, ça prépare le terrain.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faire apprendre par cœur : ce sont des blocs, pas des phrases à construire. C'est ce qui permet de téléphoner sans paniquer.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franchement, sans dramatiser. Beaucoup d'élèves emploient « je veux » parce que c'est le premier verbe appris, pas par impolitesse.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classique des langues où les deux verbes se conjuguent. Faire produire cinq phrases correctes à l'oral avant de passer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2 du Défi 2. Plusieurs réponses sont acceptables : accepter toute formule polie et le dire au groupe, pour éviter la chasse à la bonne réponse unique.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Répétition en chœur, puis individuellement, puis les yeux fermés. Ces cinq phrases sont l'ossature de la production orale : elles doivent sortir sans réfléchir.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Vérifier surtout le verbe qui suit : il doit rester à sa forme de base. Les erreurs relevées se reprennent en début de séance C3.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voudrais, j'aimerais, est-ce que je pourrais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téléphone, la politesse remplace le sourire. Trois blocs de deux mots suffisent à changer tout un appel.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Trois questions avant de louer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je voudrais et j'aimerais pour demander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est-ce que je pourrais pour demander une permission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le verbe qui suit ne change jamais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finir chaque demande par s'il vous plaît.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QUE LE TÉLÉPHONE ENLÈVE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visage, les gestes, le sourire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 personne, le visage adoucit tout. Au téléphone, il ne reste que les mots, et « je veux visiter » sonne dur même quand on ne le pense pas. Trois formules suffisent à rétablir ce que la voix seule ne dit pas.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formules polies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 voudrais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demander quelque chose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j'aimerais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annoncer une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est-ce que je pourrais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demander une permission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est-ce que je peux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même chose, un peu plus direct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quatre sont corrects. Le premier suffit presque toujours.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verbe qui suit ne change jamais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SECOND VERBE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voudrais visiter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visiter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j'aimerais savoir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savoir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je pourrais venir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venir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je peux rappeler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rappeler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C'est la forme du dictionnaire : elle ne se conjugue pas.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phrases polies de l'appel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ouvrir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Bonjour. Je vous appelle pour l'annonce.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annoncer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J'aimerais poser trois questions.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demander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je pourrais le visiter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faire répéter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Pouvez-vous répéter, s'il vous plaît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Quatre phrases, et l'appel entier tient debout.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REGISTRE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veux voir le logement.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voudrais visiter le logement, s'il vous plaît.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pas une faute de grammaire, c'est une faute de ton. La personne au bout du fil peut décider de ne pas rappeler, et vous ne saurez jamais pourquoi.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voudrais je visite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voudrais visiter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je voudrais, j'aimerais et je pourrais, le verbe reste à sa forme de base : visiter, savoir, venir, parler. Un seul verbe se conjugue dans la phrase.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Je voudrais, j'aimerais ou est-ce que je pourrais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___ visiter le logement,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poser trois questions, si vous avez une minute.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venir samedi matin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vous rappeler demain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Pouvez-vous répéter l'adresse, ___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savoir si le chauffage est compris.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___ visiter le logement, s'il vous plaît.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voudrais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poser trois questions, si vous avez une minute.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j'aimerais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venir samedi matin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je pourrais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vous rappeler demain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je peux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Pouvez-vous répéter l'adresse, ___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s'il vous plaît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savoir si le chauffage est compris.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j'aimerais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RÉPÉTITION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phrases à savoir par cœur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répétez sans regarder.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Je vous appelle pour l'annonce.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J'aimerais poser trois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pourrais le visiter cette semaine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Pouvez-vous répéter, s'il vous plaît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 beaucoup, madame. Bonne journée.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phrases à savoir par cœur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Je vous appelle pour l'annonce.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ouvrir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J'aimerais poser trois questions.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annoncer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pourrais le visiter cette semaine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demander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Pouvez-vous répéter, s'il vous plaît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faire répéter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 beaucoup, madame. Bonne journée.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fermer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demandes polies que vous ferez au téléphone.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voudrais ___ 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J'aimerais ___ . Est-ce que je pourrais ___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Trois questions avant de louer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