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clôture. Commencer en reprenant les questions difficiles signalées aux billets de la séance E1. Rappeler au groupe où il en était à la séance A1 : c'est ce trajet-là qu'on mesure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Premier des deux tableaux. Ce sont les six exigences affichées dans l'activité interactive, coupées en deux pour rester lisibles à la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reprend les trois points de grammaire du module : l'accord de l'adjectif, la négation, le futur proche. C'est sur eux que portera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consigne fait toujours écrire davantage que « rédigez un message » : elle donne un destinataire réel et une raison d'écrire.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cocher avant de demander la vérification à l'assistant : l'élève corrige d'abord ce qu'il peut corriger seul. C'est ce qui fait progresser, pas la rétroaction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Révision rapide. Faire donner la définition par les élèves plutôt que la lire : c'est un bilan, pas un enseignement.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phrases qui servent vraiment. La dernière est une phrase de protection : la répéter une dernière fois, tout le groupe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Dernier rappel des droits, vus à la séance D2. Ce sont les trois choses qui restent utiles longtemps après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interactive, avec onze énoncés. Celle-ci en projette six pour la discussion de groupe. Ne pas commenter les réponses de qui que ce soit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 lire soi-même avant de le rendre : c'est là qu'on voit ce que les seize séances ont réellement produit, et ce qu'il faudra reprendre au module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 — et j'écris à ma famille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séance. On écrit à quelqu'un qui n'était pas là pour décrire un logement qu'on vient de visiter — et c'est le meilleur test de ce qu'on a vraiment retenu.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court message qui décrit un logement visité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loyer correctement, avec le signe après le nombre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se trouve une pièce et ce qui manque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point sur ce qu'on est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message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nombre de pièces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visité un 4 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loyer, en chiffres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loyer est de 1 150 $.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 qui est compris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chauffé et éclairé.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cinq à huit phrases, pas plus.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message doit contenir — la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où se trouve une pièce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chambres sont au fond du couloir.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chose qui manque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n'y a pas de stationnement.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 que vous allez faire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rappeler demain.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Attention : une cuisine chauffée, il n'y a pas de, il n'y a pas 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À QUI ON ÉCRIT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quelqu'un qui n'a pas vu le logement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personne de votre famille vous demande comment c'était. Elle n'a rien vu : chaque chose que vous ne dites pas, elle ne l'aura pas. Écrivez-lui ce que vous auriez voulu qu'on vous dise.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votre message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signe de dollar est après le nombre.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pièce a son article.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adjectifs sont accordés.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dit où se trouve une pièce.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employé « il n'y a pas de 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message fait de cinq à huit phrases.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signe de dollar est après le nombre.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1 150 $ et non $1150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pièce a son article.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cuisine, un balcon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adjectifs sont accordés.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cuisine est chauffée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dit où se trouve une pièce.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fond du, à côté de, 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employé « il n'y a pas de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et « d' » devant une voyelle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message fait de cinq à huit phrases.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compteur l'indique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à emporter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0259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2910" y="2121408"/>
            <a:ext cx="70260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qu'on donne chaque mois au propriétaire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0259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chauffé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2910" y="3106674"/>
            <a:ext cx="70260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chauffage est déjà payé dans le loyer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0259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l'électricité comprise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2910" y="4091939"/>
            <a:ext cx="70260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compte d'électricité est dans le loyer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02590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2910" y="5077205"/>
            <a:ext cx="702609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qu'on signe, douze mois d'habitude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phrases à ne pas oublier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 vous appelle pour l'annonce.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première phrase de tout appel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Est-ce que le chauffage est compris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3106674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question du vrai prix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Est-ce que je pourrais le visiter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4091939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but de l'appel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37252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 vais y penser et je vous rappelle.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5077205"/>
            <a:ext cx="567947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 jamais signer sur 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ne pas oublier au Québec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bail dure douze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1er juillet au 30 juin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il se renouvelle tout seul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ne vous met dehors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dépôt de garantie est interdit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seulement le premier mois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peut toujours dire : je vais y penser et je vous rappelle.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comprends une petite annonce en abrégé.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sais ce que veut dire chauffé et éclairé.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téléphoner et dire pourquoi j'appelle.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poser mes trois questions.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dire où se trouve une pièce.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sais qu'un dépôt de garantie est interdit.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comprends une petite annonce en abrégé.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4 ½, ch. et écl., s.-sol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sais ce que veut dire chauffé et éclairé.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compris dans le 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téléphoner et dire pourquoi j'appelle.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vous appelle pour l'annonce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poser mes trois questions.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l'argent, la place, la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peux dire où se trouve une pièce.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au fond du couloir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sais qu'un dépôt de garantie est interdit.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seulement le premier mois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chose que vous savez faire aujourd'hui et que vous ne saviez pas faire il y a un mois.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Avant, je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Maintenant, je peux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