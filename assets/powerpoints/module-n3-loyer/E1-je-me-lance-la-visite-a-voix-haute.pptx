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C'est la production orale du module, et elle est déposable : les élèves s'enregistrent et envoient. Rassurer le groupe — on peut recommencer autant de fois qu'on veut avant d'envoyer, et la correction de l'assistant reste privée.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dialogue montre une annonce que le groupe n'a pas travaillée : un deux et demie meublé. Le faire remarquer — la structure de l'appel ne change pas, seules les questions changent.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exact de la production orale, celui qui s'affiche à l'écran de l'élève. Le faire recopier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quatre premiers sujets, ceux qu'aucun élève n'oublie. C'est la même liste que dans l'activité interactive, où elle se coche.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sont les quatre derniers sujets qui font la différence entre une visite subie et une visite menée. Insister sur le dernier.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franchement : c'est le critère d'évaluation, et il correspond à ce que le programme demande — demander et comprendre des renseignements sur le logement.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cinq minutes de préparation écrite avant de parler. Le deuxième logement est le plus intéressant : « non chauffé » oblige à poser la question du coût réel, vue à la séance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commencer en mode écrit, puis refaire la même situation en mode parlé. Le deuxième passage est toujours meilleur, et le dire aux élèves les décomplexe.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troisième temps : la correction de l'assistant reste privée, rien ne part sans un geste de l'élève. C'est une règle du projet et elle rassure beaucoup.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questions signalées ici sont à reprendre en début de séance E2, avant la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 — la visite,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que les quatorze séances ont préparé tient en deux minutes de parole : saluer, demander, comprendre, vérifier.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téléphoner au sujet d'une annonce,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au moins trois questions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quand on n'a pas compris un chiffre ou une date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répéter le rendez-vous avant de raccrocher.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deux et demie meublé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dernier modèle avant de se lancer.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4096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RACHID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3655" y="2322576"/>
            <a:ext cx="850247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je vous appelle pour le deux et demie de la rue Saint-Hubert.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64096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CLAUDINE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3655" y="2982976"/>
            <a:ext cx="850247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Il est encore libre, oui.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64096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RACHID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3655" y="3643376"/>
            <a:ext cx="850247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L'annonce dit « meublé ». Qu'est-ce qu'il y a dedans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64096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CLAUDINE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3655" y="4303775"/>
            <a:ext cx="850247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lit, une table, deux chaises et une commode. Pas de vaisselle.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64096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RACHID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3655" y="4964176"/>
            <a:ext cx="850247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pourrais le voir demain après-midi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640966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CLAUDINE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3655" y="5624576"/>
            <a:ext cx="850247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Demain, deux heures. Je vous attends.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temps de la production orale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 · dire pourquoi on appelle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appelle pour l'annonce.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 · poser ses trois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le chauffage est compris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 · prendre rendez-vous et répéter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Samedi, dix heures. C'est bien ça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Environ quarante-cinq secondes en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sujets du jeu de rôle · 1 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saluer et dire pourquoi on vient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Bonjour, c'est pour l'annonce.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combien de personnes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sommes trois.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est compris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le chauffage est compris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nombre de chambres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il y a de chambres fermées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sujets du jeu de rôle · 2 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buanderie et le stationnement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qu'il y a une buanderie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quelle date est-ce libre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faire répéter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Pouvez-vous répéter, s'il vous plaît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répéter avant de partir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1 150 $, le 1er juillet. C'est ça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L'assistant ne dit rien qu'on ne lui demande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QUI DISTINGUE UNE BONNE PRISE DE PAROLE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Poser des questions, et vérifier à la fin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la perfection grammaticale. Un élève qui pose trois questions et redit le loyer et la date a réussi, même avec des fautes. Un élève qui ne dit rien et hoche la tête n'a pas réussi, même sans faute.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logements au choix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le vôtre et préparez vos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4 ½ de la rue Chabot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3 ½ au sous-sol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2 ½ meublé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logements au choix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4 ½ de la rue Chabot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1 150 $, chauffé et éclairé, libre le 1er juillet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3 ½ au sous-sol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850 $, non chauffé, laveuse incluse, chat accepté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2 ½ meublé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780 $, tout compris sauf internet, libre tout de suite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jeu de rôle avec l'assistant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l'écran : choisissez le logement, le rôle et le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jouez la personne qui visite.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jouez la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écrivant.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parlant.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jeu de rôle avec l'assistant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jouez la personne qui visite.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l'assistant fait visiter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jouez la propriétaire.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l'assistant vient visiter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écrivant.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 préparer, sans la pression de la voix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parlant.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 de vrai, comme au téléphone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L'enregistrement à déposer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temps, environ quarante-cinq secondes.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m'enregistre.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m'écoute et je corrige.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J'envoie à mon enseignant.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L'enregistrement à déposer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m'enregistre.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peut recommencer autant de fois qu'on veut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m'écoute et je corrige.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l'assistant donne une rétroaction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J'envoie à mon enseignant.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seulement quand on est prêt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question que vous avez trouvée la plus difficile à poser.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question la plus difficile pour moi, c'est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vais la répéter avant de téléphoner.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