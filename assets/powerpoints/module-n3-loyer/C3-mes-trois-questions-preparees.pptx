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préparation. Distribuer à chacun un petit papier vierge dès l'ouverture : il servira toute la séance et sera emporté à la maison. C'est un objet, pas une métaphore.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écrire les trois questions sur le papier distribué, en toutes lettres, avant d'aller plus loin dans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Expliquer pourquoi on s'arrête à trois : au-delà, on ne retient plus les réponses et on prend le temps de quelqu'un qui a d'autres appels.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Recommander « est-ce que » sans interdire le reste : c'est la forme qui se comprend le mieux quand la ligne est mauvaise.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« À quelle date » est plus précis que « quand » et donne toujours une meilleure réponse : le faire remarquer.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la démonstration en jouant la propriétaire : poser les trois questions d'un trait à un élève et ne répondre qu'à la dernière. La leçon se retient mieux qu'expliquée.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Montrer le papier avec deux colonnes : les questions à gauche, la place des réponses à droite. C'est ce qui transforme un appel en information utilisable.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l'exercice 3 du Défi 2. Faire dire chaque question complète à voix haute après l'avoir complétée : écrite seulement, elle ne sert à rien.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l'exercice 5 du Défi 2, sous forme orale. Enchaîner en faisant jouer l'appel complet à deux, dos à dos : c'est la meilleure imitation du téléphone qu'on puisse faire en classe.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court, et objet réel : le papier doit revenir à la séance C4, puis servir à la production orale de E1. Le demander à chaque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C3  ·  MODULE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Mes trois questions, préparées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On n'improvise pas un appel dans une langue nouvelle. Trois questions écrites sur un bout de papier, et l'appel se tient tout seul.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Trois questions avant de louer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poser une question sur ce qui est compris dans le loyer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poser une question sur le nombre de chambres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poser une question sur la date à laquelle le logement est libre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poser les questions une à la fois, et noter les réponses.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TROIS QUESTIONS, ÉCRITES AVANT DE COMPOSER LE NUMÉRO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L'argent, la place, la date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personne qui n'a rien préparé oublie la moitié de ce qu'elle voulait demander et rappelle deux heures plus tard. Écrivez-les vraiment : les gens qui parlent français depuis toujours le font aussi.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trois questions, et pourquoi celles-là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3100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QUESTION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POURQUOI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Est-ce que c'est chauffé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elle change le vrai prix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18460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Combien de chambres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18460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elle dit si ça convient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41192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À quelle date c'est libre 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41192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elle dit si c'est possible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359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63924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Je pourrais le visiter 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63924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c'est le but de l'appel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779264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035296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Trois questions, puis la demande.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Poser une question, trois façons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FAÇON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UN EXEMPLE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voix qui monte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C'est chauffé 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avec est-ce que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Est-ce que c'est chauffé 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avec un mot de question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Combien il y a de chambres 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plus sûr au téléphone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avec est-ce que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Est-ce que se met devant la phrase et ne change rien d'autre.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mots de question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MOT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QU'IL DEMANDE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combien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nombre, un prix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quand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moment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à quelle date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jour précis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où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endroit, une adresse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Ils se mettent devant est-ce que : combien est-ce que…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MÉTHODE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poser les trois questions d'un coup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une question, une réponse, puis la suivante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Est-ce que c'est chauffé, il y a combien de chambres et c'est libre quand ? » : la personne ne répondra qu'à la dernière, et vous n'oserez pas redemander les deux autres.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MÉTHODE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ne rien noter pendant l'appel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écrire le prix, la date et l'adresse en écoutant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285240"/>
          </a:xfrm>
          <a:prstGeom prst="roundRect">
            <a:avLst>
              <a:gd name="adj" fmla="val 11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Trois logements en deux jours, et tout se mélange. Le papier des questions sert aussi à écrire les réponses : une colonne pour chaque.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GRAMMAIRE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la 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 seul mot manque.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le chauffage est ___ dans le loyer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est-ce qu'il y a de chambres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quelle ___ est-ce que le logement est libre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est-ce que je pourrais le visiter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à quelle ___ , exactement 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Pouvez-vous ___ , s'il vous plaît 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la 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le chauffage est ___ dans le loyer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compris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est-ce qu'il y a de chambres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Combien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quelle ___ est-ce que le logement est libre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date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est-ce que je pourrais le visiter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Quand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C'est à quelle ___ , exactement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adresse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Pouvez-vous ___ , s'il vous plaît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répéter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qu'on dit, et à quel moment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Associez le moment de l'appel et la phrase.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personne décroche.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vous demande qui va habiter là.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voulez savoir ce qui est compris.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n'avez pas entendu la date.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voulez voir le logement.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rendez-vous est pris.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qu'on dit, et à quel moment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personne décroche.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Bonjour. Je vous appelle pour l'annonce.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vous demande qui va habiter là.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Nous sommes trois.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voulez savoir ce qui est compris.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Est-ce que le chauffage est compris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n'avez pas entendu la date.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Pouvez-vous répéter, s'il vous plaît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voulez voir le logement.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Est-ce que je pourrais le visiter 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rendez-vous est pris.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Samedi, dix heures. Merci beaucoup.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vos trois questions et gardez le papier dans votre poche.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1. Est-ce que ___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2. Combien ___ ? 3. À quelle date ___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Trois questions avant de louer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