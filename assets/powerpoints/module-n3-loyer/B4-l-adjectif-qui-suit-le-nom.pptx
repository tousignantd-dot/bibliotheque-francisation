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B, et la seule de grammaire. Ouvrir en reprenant les billets de la séance A4 : ceux qui hésitaient encore sur « un » et « une » vont hésiter ici aussi. Le lien est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les quatre formes au tableau, l'une sous l'autre, et souligner seulement la fin. Le mot ne change pas : c'est ce qu'il faut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clairement : ici, on n'entend rien. C'est une règle d'écriture, et c'est justement pour cela qu'elle s'oublie.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 soulagement pour le groupe : une bonne partie des adjectifs du logement sont dans ce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écouter la différence : « compris » et « comprise » ne se disent pas pareil. C'est le seul endroit du module où l'accord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méthode en trois temps : quel nom ? quel article ? quelle fin ? Faire appliquer à voix haute sur deux ou trois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de sur-application, fréquente chez les élèves qui viennent de comprendre la règle. La signaler comme une bonne nouvelle : c'est moins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4 du Défi 1. Faire justifier chaque réponse par le nom, jamais par l'oreille : dans quatre cas sur six, l'oreille ne dit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par paires : masculin, puis féminin, deux fois chaque. C'est le seul accord du module qui s'entend, et l'entendre aide à l'écrire.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trois phrases obligent à passer par le masculin, le féminin et le pluriel. Corriger seulement les accords, pas le reste : c'est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B4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L'adjectif qui suit le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Chauffé, chauffée, chauffés, chauffées : un seul mot, quatre écritures. C'est le nom d'à côté qui décide, et c'est pour cela qu'on a appris les articles.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un adjectif avec le nom qu'il accompagne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un e au féminin et un s au pluriel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adjectifs qui ne changent pas au féminin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compris et comprise.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ADJECTIF NE VIT PAS TOUT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prend le genre et le nombre de son nom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logement chauffé, une cuisine chauffée, des logements chauffés, des chambres chauffées. Le mot est le même ; c'est sa fin qui bouge. Deux gestes, toujours dans cet ordre : un e au féminin, un s au pluriel.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 d'un adjectif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L'ADJECTIF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logement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chauffé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cuisine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chauffée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logements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chauffés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chambres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chauffées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se disent exactement pareil. Seule l'écriture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adjectifs qui ne changent pas au féminin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balcon arrière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porte arrière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sous-sol propre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 propre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logement libre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place 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immeuble moderne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cuisine moderne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finissent déjà par un e : il n'y a rien à ajouter.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adjectifs où le féminin s'entend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chauffage est compris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l'électricité est comprise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stationnement est inclus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place est incluse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grand salon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grande cuisine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petit balcon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chambre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 masculin, la dernière lettre se tait. Le e du féminin la réveille.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ORTHOGRAPHE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cuisine est chauffé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cuisine est chauffée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l'entend pas, mais il s'écrit. Cherchez toujours le nom auquel l'adjectif se rapporte, puis regardez son article : une cuisine, donc un 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ORTHOGRAPHE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porte arrièree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porte arrière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adjectif qui finit déjà par un e ne change pas au féminin. Propre, arrière, libre, moderne, rouge : rien à ajouter.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Chauffé ou chauffée ? Compris ou comprise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___ : je ne paie pas le chauffage.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cuisine est ___ , elle aussi.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L'électricité est ___ dans le loyer.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chauffage est ___ dans le loyer.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chambres sont ___ , avec une porte.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balcon ___ donne sur la cour.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___ : je ne paie pas le chauffage.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chauffé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cuisine est ___ , elle aussi.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chauffée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L'électricité est ___ dans le loyer.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chauffage est ___ dans le loyer.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chambres sont ___ , avec une porte.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fermées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balcon ___ donne sur la cour.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arrière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Compris ou comprise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fin du mot, puis répétez.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compris.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L'électricité est comprise.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inclus.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place est incluse.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grand.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est grande.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Compris ou comprise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n'entend pas la fin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L'électricité est comprise.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entend le 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inclus.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n'entend pas la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place est incluse.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entend le 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n'entend pas le 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est grande.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entend le 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logement en trois phrases, avec trois adjectifs.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logement est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cuisine est ___ . Mes chambres sont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