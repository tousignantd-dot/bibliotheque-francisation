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bloc D. Ouvrir en demandant au groupe ce qu'on regarde en visitant un logement. Les réponses porteront sur ce qui se voit ; la séance porte sur ce qui ne se voit pas et qui se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quatrième réplique : Dilnoza pose sa première question après trente secondes de visite, sans attendre qu'on lui propose. C'est tout l'apprentissage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petits mots de lieu dans une seule réponse : « au fond du » et « à côté de ». Les écrire au tableau au moment où ils passent — la séance les reprendra en tableau juste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concierge est un personnage à présenter : dans beaucoup d'immeubles québécois, c'est lui qui connaît vraiment le bâtiment. Lui poser des questions est normal et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montrer du doigt un endroit de la classe pour chaque expression : le geste installe le sens mieux qu'une traduction.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est un vrai piège pour les élèves venus de pays où le premier étage est au niveau du sol : ils montent un escalier de trop, ou pas assez.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message central du bloc D, et il vaut bien au-delà du logement : dans une démarche, celui qui demande obtient.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1 du Défi 3. La dernière ligne annonce la séance D2 : ne pas expliquer pourquoi tout de suite, seulement noter la surprise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2 du Défi 3. Faire décrire ensuite la classe ou l'école avec les mêmes expressions : la salle est au fond du couloir, la bibliothèque est à côté de la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trois expressions obligatoires forcent la structure. Les descriptions produites servent d'échauffement en début de séance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Entrez, je vais vous montrer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visite dure quinze minutes. La propriétaire montre les pièces, mais elle ne dit que ce qu'on lui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où se trouve une pièce quand on vous l'explique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au fond de, à côté de, au, derrière, en bas 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pendant la visite, sans attendre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réponse dite vite.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Voici la cuisine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3655" y="2322576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Entrez, entrez. Vous avez trouvé facilement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3655" y="3071876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merci. L'autobus arrête juste au coin.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3655" y="3821175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voici la cuisine. Le balcon est derrière, par cette porte-là.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3655" y="4570475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grand. Est-ce que les fenêtres sont neuves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3655" y="5319775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ont été changées l'an dernier. Le logement est chaud l'hiver.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fond du couloir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55" y="190195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les deux chambres, elles sont où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655" y="265125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fond du couloir, à côté de la salle de bain.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655" y="3400551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 est plus petite. C'est parfait pour mon garçon.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3655" y="4149851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L'école primaire est à cinq minutes à pied, sur la même rue.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vais vous montrer, c'est en 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55" y="190195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un stationnement pour l'auto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655" y="2651252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Il n'y a pas de stationnement. On se gare dans la rue, avec une vignette.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655" y="3738371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grave, nous n'avons pas d'auto. Et la buanderie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3655" y="448767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vous montrer. Je suis Théo, le concierge. C'est en bas.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23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3697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3655" y="523697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sept heures du matin à dix heures du soir, tous les 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où se trouve une pièce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 fond du couloir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au bout, la dernière porte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côté de la salle de bain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portes se touchent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derrière la cuisine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l'autre côté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bas de l'escalier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descendre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+ le donne toujours du : au fond du couloir.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Au, pour un étage ou un niveau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 rez-de-chaussée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niveau de la 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 premier étage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escalier plus haut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 deuxième étage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escaliers plus haut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 sous-sol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bas du rez-de-chaussée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 Québec, le premier étage n'est pas au niveau de la rue.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PENDANT UNE VISITE, ON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propriétaire ne dit que ce qu'on lui demande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de la mauvaise foi : elle ne sait pas ce qui compte pour vous. Le stationnement, la buanderie, la date, l'argent à donner aujourd'hui : quatre choses qui ne se voient pas et qui ne se diront pas toutes seules.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ont été changées l'an dernier.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chambres sont au fond du couloir.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 stationnement pour l'auto.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L'école primaire est à cinq minutes à pied.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Théo est le concierge de l'immeuble.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Dilnoza doit donner de l'argent le jour de la visite.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ont été changées l'an dernier.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chambres sont au fond du couloir.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 stationnement pour l'auto.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se gare dans la 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L'école primaire est à cinq minutes à pied.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Théo est le concierge de l'immeuble.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Dilnoza doit donner de l'argent le jour de la visite.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trouve chaque pièce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petit mot qui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chambres sont ___ couloir.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 chambre est ___ la salle de bain.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buanderie est ___ sous-sol.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balcon est ___ la cuisine.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est ___ deuxième étage.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laveuses sont ___ l'escalier.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trouve chaque pièce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chambres sont ___ couloir.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fond 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 chambre est ___ la salle de bain.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côté 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buanderie est ___ sous-sol.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balcon est ___ la cuisine.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derrière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est ___ deuxième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laveuses sont ___ l'escalier.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bas 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votre logement en trois phrases, avec au fond de, à côté de et 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 chambre est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cuisine est ___ . Le logement est ___ étage.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