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C. Ouvrir en demandant au groupe ce que chacun va faire ce soir. Les réponses arriveront au présent : c'est l'occasion de montrer la forme du jour en reformulant.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Souligner les deux verbes de couleurs différentes au tableau : l'un bouge, l'autre jamais. L'image tient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réciter les six à voix haute, deux fois, avant tout exercice écrit. Ce sont elles, et rien d'autre, qu'il faut savoir.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les quatre viennent du dialogue de la séance C1 : le futur proche y est partout, et personne ne l'avait remarqué.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troisième ligne fait toujours rire le groupe et c'est tant mieux : « je vais aller » est correct, très courant, et il montre bien la mécanique.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Même erreur qu'avec « je voudrais », vue à la séance C2. Faire le rapprochement : c'est la même mécanique, et l'avoir comprise une fois sert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réciter la conjugaison à l'envers — ils vont, vous allez, nous allons — pour que les deux formes longues ne soient pas toujours en fin de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4 du Défi 2. Faire justifier chaque réponse par le sujet, à voix haute : « le logement, c'est il, donc va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libre et rapide, chacun une phrase. Corriger seulement la forme d'aller et l'infinitif qui suit : le reste n'est pas le sujet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et dernier du bloc C. Les phrases produites servent d'ouverture à la séance D1 : le bloc D commence au moment de la visite, donc après ces gestes-là.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C4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vais venir samedi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dire ce qui arrive bientôt, le français prend le verbe aller et pose derrière lui le verbe qui compte. Six formes à savoir, et c'est tout.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Trois questions avant de louer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futur proche pour prendre un rendez-vous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six formes du verbe aller au présent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second verbe ne se conjugue jamais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déplacement et un futur proche.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DEUX VERBES, ET UN SEUL SE CONJUGUE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vais venir samedi matin.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verbe aller se conjugue, le second reste comme dans le dictionnaire. C'est de loin la façon la plus employée de parler de ce qui arrive bientôt — au téléphone, on n'entend presque que celle-là.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six formes du verbe aller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je vais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tu vas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il, 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il va, elle va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nous, vous, 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nous allons, vous allez, ils vont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se ressemblent : vais, vas, va. C'est le mot d'avant qui les distingue.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futur proche au téléphone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prendre un rendez-vous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venir samedi matin.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annoncer qui vient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allons visiter à dix heures.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promettre un rappel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vais vous rappeler demain.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parler du logement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va être libre le premier juillet.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Quatre phrases qui reviennent dans presque tous les appels.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Aller tout seul, aller avec un verbe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Je vais à Villeray.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Je vais visiter.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quelque chose qui arrive bientôt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Je vais aller à Villeray.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deux à la fois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Ce qui décide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mot qui suit : un lieu ou un verbe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Si le mot qui suit est un verbe, c'est le futur proche.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vais je viens samedi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vais venir samedi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seul verbe se conjugue : aller. Le second reste comme dans le dictionnaire, quelle que soit la personne qui parle.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nous vont visiter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nous allons visiter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forme du « nous » repart du verbe aller en entier : nous allons, vous allez. Ce sont les deux qui surprennent, parce qu'elles ne ressemblent pas aux autres.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verbe aller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Vais, vas, va, allons ou vont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venir samedi matin avec mon mari.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___ visiter le logement à dix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___ être libre le premier juillet.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___ appeler la propriétaire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 voisins ___ déménager la semaine prochaine.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vous rappeler demain matin.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verbe aller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venir samedi matin avec mon mari.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___ visiter le logement à dix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allons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logement ___ être libre le premier juillet.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tu ___ appeler la propriétaire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Mes voisins ___ déménager la semaine prochaine.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___ vous rappeler demain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ce que vous allez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phrase complète, au futur proche.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 matin.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votre famille, la semaine prochaine.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module.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ce que vous allez faire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___ 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Demain matin.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___ 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Samedi.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Avec votre famille, la semaine prochaine.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allons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Après le module.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vais ___ 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choses que vous allez faire pour chercher un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vais ___ les petites annonces.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 vais ___ et je vais ___ 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Trois questions avant de louer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