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bloc B. Ouvrir avec les billets de la séance A1 : chacun sait maintenant combien de pièces il lui faut. La question du jour est de savoir reconnaître ce chiffre dans une annonce.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élèves découvriront qu'ils paient des choses qu'ils croyaient comprises. Ne pas en faire un drame : c'est précisément ce que la séance sert à éviter la prochaine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Dilnoza lit à voix haute et s'arrête à chaque mot qu'elle ne comprend pas. C'est la bonne méthode et il faut le dire : personne ne lit une annonce d'un trait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de la séance. « Éclairé » ne parle pas de la lumière du jour : c'est le mot que tout le monde comprend de travers. Le répéter deux fois, puis le faire reformuler par un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1er juillet est un fait local qui surprend toujours : la plupart des baux vont du 1er juillet au 30 juin, et les camions de déménagement sont réservés des mois d'avance.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quatre lignes suffisent à calculer le vrai prix d'un logement. Faire recopier telles quelles.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calcul au tableau avec deux annonces au même prix affiché : c'est la démonstration la plus utile de tout le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1 du Défi 1. 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Plusieurs élèves ne le sauront pas : leur dire de regarder leur bail ou de demander à leur propriétaire. Les réponses servent à la séance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Chauffé, éclairé, non meublé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lignes d'annonce, et tout y est : les pièces, ce qui est compris, la date, le prix. Encore faut-il savoir ce que les mots veulent dire ici.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veut dire « chauffé » dans une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veut dire « éclairé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veut dire « non meublé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loyer et la date dans une annonce.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compris dans votre loyer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payez le chauffage en plus, l'hiver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recevez un compte d'électricité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avait des meubles quand vous êtes arrivé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le saviez avant de signer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Voilà, rue Chabot, Villeray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6587" y="2322576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« Quatre et demie à louer, rue Chabot, Villeray.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6587" y="3071876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Villeray, c'est loin d'ici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83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6587" y="3821175"/>
            <a:ext cx="8659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Vingt minutes en autobus. Continue : « deuxième étage, deux chambres fermées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5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6587" y="4908295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chambres. C'est ce que je cherche. Et après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Chauffé, ça veut dire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6587" y="1901952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Cuisine avec balcon arrière. Chauffé, éclairé. Non meublé.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6587" y="2651252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Chauffé, ça veut dire 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6587" y="3400551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le chauffage est payé par la propriétaire. Tu ne paies pas l'hiver.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6587" y="4149851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éclairé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345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899151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6587" y="4899151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L'électricité est comprise aussi. C'est rare. C'est une bonne annonce.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premier juillet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6587" y="1901952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ici, en bas ? « Libre le 1er juillet. Onze cent cinquante dollars.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83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6587" y="2651252"/>
            <a:ext cx="8659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loyer, c'est mille cent cinquante dollars par mois. Chauffage compris.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838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DILNOZA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6587" y="3738371"/>
            <a:ext cx="86595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juillet… C'est dans deux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838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6587" y="4487672"/>
            <a:ext cx="86595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date de déménagement au Québec. Presque tout le monde bouge ce jour-là.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d'annonce, et ce qu'ils coûtent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chauffé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chauffage est payé par le propriétaire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éclairé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l'électricité est comprise dans le loyer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meublé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aucun meuble : on apporte tout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chauffé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chauffage est à votre charge, l'hiver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Éclairé ne parle pas de la lumière du soleil.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NOMBRE ÉCRIT EN GROS N'EST PAS LE PRIX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prix, c'est le loyer plus ce qui n'est pas compris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logements affichés à 1 150 $ peuvent coûter cent trente dollars de différence par mois. Avant de comparer, il faut ramener les deux au même point : le loyer, plus le chauffage et l'électricité s'ils ne sont pas compris.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dans le quartier Villeray.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Chauffé » veut dire que le chauffage est payé par la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Éclairé » veut dire qu'il y a beaucoup de fenêtres.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meublé.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loyer est de mille cent cinquante dollars.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libre le premier juillet.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dans le quartier Villeray.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Chauffé » veut dire que le chauffage est payé par la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Éclairé » veut dire qu'il y a beaucoup de fenêtres.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l'électricité est comprise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meublé.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non meublé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loyer est de mille cent cinquante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libre le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qui est compris dans votre loyer et ce que vous payez en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Dans mon loyer, ___ est compris.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paie ___ en 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