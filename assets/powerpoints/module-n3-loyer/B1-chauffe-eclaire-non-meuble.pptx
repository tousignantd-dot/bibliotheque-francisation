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Première séance du bloc B. Ouvrir avec les billets de la séance A1 : chacun sait maintenant combien de pièces il lui faut. La question du jour est de savoir reconnaître ce chiffre dans une annonce.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Plusieurs élèves découvriront qu'ils paient des choses qu'ils croyaient comprises. Ne pas en faire un drame : c'est précisément ce que la séance sert à éviter la prochaine fois.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remarquer que Dilnoza lit à voix haute et s'arrête à chaque mot qu'elle ne comprend pas. C'est la bonne méthode et il faut le dire : personne ne lit une annonce d'un trait la première fois.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le cœur de la séance. « Éclairé » ne parle pas de la lumière du jour : c'est le mot que tout le monde comprend de travers. Le répéter deux fois, puis le faire reformuler par un élève.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1er juillet est un fait local qui surprend toujours : la plupart des baux vont du 1er juillet au 30 juin, et les camions de déménagement sont réservés des mois d'avance. Le dire.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Ces quatre lignes suffisent à calculer le vrai prix d'un logement. Faire recopier telles quelles.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le calcul au tableau avec deux annonces au même prix affiché : c'est la démonstration la plus utile de tout le bloc 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l'exercice 1 du Défi 1. Faire justifier chaque « faux » par la réplique exacte du dialogue.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Devoir court. Plusieurs élèves ne le sauront pas : leur dire de regarder leur bail ou de demander à leur propriétaire. Les réponses servent à la séance B3.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B1  ·  MODULE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Chauffé, éclairé, non meublé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Six lignes d'annonce, et tout y est : les pièces, ce qui est compris, la date, le prix. Encore faut-il savoir ce que les mots veulent dire ici.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Trois questions avant de louer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Trois questions avant de louer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ce que veut dire « chauffé » dans une annonce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ce que veut dire « éclairé »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ce que veut dire « non meublé »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repérer le loyer et la date dans une annonce.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Trois questions avant de louer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Qu'est-ce qui est compris dans votre loyer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vous payez le chauffage en plus, l'hiver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vous recevez un compte d'électricité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qu'il y avait des meubles quand vous êtes arrivé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13860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50976" y="4396740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vous le saviez avant de signer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Trois questions avant de louer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Voilà, rue Chabot, Villeray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d'abord, diapositive masquée.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148389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RACHID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16587" y="2322576"/>
            <a:ext cx="865953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Voilà. « Quatre et demie à louer, rue Chabot, Villeray. »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9072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071876"/>
            <a:ext cx="148389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DILNOZA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16587" y="3071876"/>
            <a:ext cx="865953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Villeray, c'est loin d'ici 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656583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3821175"/>
            <a:ext cx="1483899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RACHID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16587" y="3821175"/>
            <a:ext cx="8659539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Vingt minutes en autobus. Continue : « deuxième étage, deux chambres fermées ».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74370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32688" y="4908295"/>
            <a:ext cx="148389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DILNOZA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16587" y="4908295"/>
            <a:ext cx="865953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Deux chambres. C'est ce que je cherche. Et après 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Trois questions avant de louer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Chauffé, ça veut dire quoi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48389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RACHID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16587" y="1901952"/>
            <a:ext cx="865953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Cuisine avec balcon arrière. Chauffé, éclairé. Non meublé.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866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51252"/>
            <a:ext cx="148389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DILNOZA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16587" y="2651252"/>
            <a:ext cx="865953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Chauffé, ça veut dire quoi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2359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400551"/>
            <a:ext cx="148389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RACHID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16587" y="3400551"/>
            <a:ext cx="865953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 le chauffage est payé par la propriétaire. Tu ne paies pas l'hiver.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9852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149851"/>
            <a:ext cx="148389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DILNOZA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16587" y="4149851"/>
            <a:ext cx="865953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Et éclairé 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7345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4899151"/>
            <a:ext cx="148389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RACHID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16587" y="4899151"/>
            <a:ext cx="865953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L'électricité est comprise aussi. C'est rare. C'est une bonne annonce.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Trois questions avant de louer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premier juillet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48389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DILNOZA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16587" y="1901952"/>
            <a:ext cx="865953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Et ici, en bas ? « Libre le 1er juillet. Onze cent cinquante dollars.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86659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51252"/>
            <a:ext cx="1483899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RACHID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16587" y="2651252"/>
            <a:ext cx="8659539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loyer, c'est mille cent cinquante dollars par mois. Chauffage compris.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57378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738371"/>
            <a:ext cx="148389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DILNOZA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16587" y="3738371"/>
            <a:ext cx="865953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premier juillet… C'est dans deux mois.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32308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87672"/>
            <a:ext cx="1483899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RACHID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16587" y="4487672"/>
            <a:ext cx="8659539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C'est la date de déménagement au Québec. Presque tout le monde bouge ce jour-là.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Trois questions avant de louer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mots d'annonce, et ce qu'ils coûtent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MOT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QUE ÇA VEUT DIRE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chauffé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le chauffage est payé par le propriétaire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éclairé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l'électricité est comprise dans le loyer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non meublé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aucun meuble : on apporte tout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non chauffé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le chauffage est à votre charge, l'hiver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Éclairé ne parle pas de la lumière du soleil.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Trois questions avant de louer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LE NOMBRE ÉCRIT EN GROS N'EST PAS LE PRIX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prix, c'est le loyer plus ce qui n'est pas compris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Deux logements affichés à 1 150 $ peuvent coûter cent trente dollars de différence par mois. Avant de comparer, il faut ramener les deux au même point : le loyer, plus le chauffage et l'électricité s'ils ne sont pas compris.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Trois questions avant de louer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COMPRÉHENSION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d'après le dialogue.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logement est dans le quartier Villeray.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Chauffé » veut dire que le chauffage est payé par la propriétaire.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Éclairé » veut dire qu'il y a beaucoup de fenêtres.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logement est meublé.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loyer est de mille cent cinquante dollars.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On peut emménager à partir du premier juillet.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Trois questions avant de louer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logement est dans le quartier Villeray.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Chauffé » veut dire que le chauffage est payé par la propriétaire.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Éclairé » veut dire qu'il y a beaucoup de fenêtres.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l'électricité est comprise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logement est meublé.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non meublé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loyer est de mille cent cinquante dollars.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On peut emménager à partir du premier juillet.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Trois questions avant de louer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ce qui est compris dans votre loyer et ce que vous payez en plus.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Dans mon loyer, ___ est compris.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Je paie ___ en plus.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Trois questions avant de louer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