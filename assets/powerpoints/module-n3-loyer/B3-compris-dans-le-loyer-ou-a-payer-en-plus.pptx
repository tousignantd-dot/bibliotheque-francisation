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calcul, pas de grammaire. Ouvrir avec les billets de la séance B1 : plusieurs élèves auront découvert qu'ils paient des choses qu'ils croyaient comprises. Partir de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Préciser que le 90 $ est une estimation pour un logement moyen : il sert à comparer deux annonces, pas à faire un budget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calcul au tableau avec le groupe plutôt que de le montrer fini : c'est la démonstration la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règle du signe après le nombre surprend beaucoup d'élèves venus de systèmes anglophones. Elle sera corrigée dans la production écrite de la séance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quatre montants à voix haute. « Quatre-vingts » est le nombre qui pose problème : le faire répéter seul, puis dans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qui coûte le plus cher dans une recherche de logement, et elle est facile à éviter. Le dire simplement.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au groupe à quelle date finit leur bail. Beaucoup ne le sauront pas : c'est un devoir à leur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5 du Défi 1. Faire remarquer que « buanderie » n'est ni compris ni exclu : c'est un service qui se paie à l'usage.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là pour montrer que deux façons de dire donnent le même nombre. C'est ce qui déroute au téléphone, et c'est préparé ici pour le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Distribuer deux annonces au même prix affiché, l'une chauffée et l'autre non. Les réponses se reprennent en début de séance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Compris dans le loyer, ou à payer en plus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logements au même prix affiché ne coûtent pas le même prix. Ce qui décide tient dans une ligne de six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compris dans le loyer et ce qui s'ajoute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estimer ce que coûte un chauffage non compris, l'hiver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loyer correctement, avec le signe après le nombre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annonces affichées au même prix.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dit la ligne, ce que ça coûte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 VOTRE PORTEFEUILLE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chauffé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de plus à payer l'hiver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éclairé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 compte d'électricité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non chauffé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environ 90 $ par mois l'hiver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internet non compris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compte à ouvrir soi-même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montants sont des ordres de grandeur, pas des tarifs.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annonces au même prix affiché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PAIE VRAIMENT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 · 1 150 $, chauffé et éclairé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1 150 $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 · 1 150 $, non chauffé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environ 1 280 $ l'hiver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différence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environ 130 $ par mois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Sur douze mois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centaines de dollars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nombre affiché ne dit rien tout seul.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UN LOYER EN FRANÇAIS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1 150 $, et non $1150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signe de dollar se met après le nombre, séparé par une espace. Les milliers se séparent par une espace, jamais par une virgule : 1 150 $. La virgule, en français, sépare les dollars des cents.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 un loyer à voix haute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1 150 $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mille cent cinquante dollars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1 150 $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onze cent cinquante dollars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850 $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huit cent cinquante dollars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780 $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sept cent quatre-vingts dollars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premières formes sont bonnes. La seconde est très courante ici.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comparer deux loyers sans lire la ligne des inclusions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ramener les deux au même point avant de comparer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annonces à 1 150 $ peuvent différer de cent trente dollars par mois. Le prix affiché est un début de renseignement, pas un renseignement.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choisir un logement libre après la fin de son bail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vérifier la date avant même de téléphoner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votre bail finit le 30 juin et que le logement est libre le 1er août, vous payez un mois pour rien, ou vous n'avez pas de logement pendant un mois.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Compris, ou à payer en plus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ce que chaque ligne veut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Chauffé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Éclairé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Non chauffé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Internet non compris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Buanderie au sous-sol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Meublé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Compris, ou à payer en plus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Chauffé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compris : rien à payer l'hiver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Éclairé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compris : aucun compte d'électricité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Non chauffé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payer en plus, environ 90 $ l'hiver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Internet non compris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payer en plus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Buanderie au sous-sol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payer chaque fois, 2 $ la brassée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Meublé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compris : les meubles sont déjà là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montant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chiffres, avec le signe après le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Mille cent cinquante dollars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cent cinquante dollars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Sept cent quatre-vingts dollars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Quatre-vingt-dix dollars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dollars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Onze cent cinquante dollars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montant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Mille cent cinquante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1 150 $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cent cinquante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850 $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Sept cent quatre-vingts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780 $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Quatre-vingt-dix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90 $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2 $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Onze cent cinquante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1 150 $, le même montant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deux annonces au même prix : laquelle coûte vraiment le moins cher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L'annonce ___ coûte moins cher parce que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différence est d'environ ___ $ par mois.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