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Demander au groupe qui a déjà cherché un logement ici, et comment ça s'est passé. La plupart raconteront qu'ils ont demandé à quelqu'un de traduire, ou qu'ils ont pris le premier logement trouvé. C'est exactement la situation de Dilnoza, et c'est le point de départ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venir les réponses dans n'importe quelle langue, puis les traduire ensemble au tableau. Ne pas commenter les situations difficiles : plusieurs élèves vivent à cinq dans un trois et demie et n'ont pas envie d'en parler devant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première phrase de Rachid : il demande d'abord, il conseille ensuite. C'est ce que fait toute personne qui aide quelqu'un à chercher. Ne pas donner encore le sens de « quatre et demie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cœur de la séance. Dessiner au tableau un plan très simple de quatre pièces plus la salle de bain, et faire compter le groupe à voix haute. Le demi surprend tout le monde la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annonce tout le bloc B. Insister : ce n'est pas le français de Dilnoza qui est en cause, c'est la façon dont les annonces sont écrites. Beaucoup d'élèves croient le contraire.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confusion la plus coûteuse du module : un élève qui croit qu'un quatre et demie a quatre chambres va visiter des logements trop petits pendant des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répondre chacun pour lui-même, à voix haute, en une phrase complète. C'est la phrase du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mot avec son article : un logement, un salon, une chambre, une salle de bain. L'article fait partie du mot et il sera travaillé à la séance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 du dialogue. C'est l'exercice 1 de la section « Je découvre » de l'activité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réponses servent au bloc B : chacun cherchera dans les annonces le chiffre qui lui convient. Ramasser les billets et les garder pour la séance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personnes dans un deux et demie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Québec, un logement se compte en pièces et demies. Savoir lire ce chiffre, c'est savoir si une annonce vous concerne ou non.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veut dire un trois et demie, un quatre et demie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pièces d'un logement avec leur article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combien de personnes habitent un logement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trouver des petites annonces de logement.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pièces a votre logement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savez comment on l'appelle : un trois et demie, un quatre et demie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7992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316280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personnes y habitent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6580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94868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quelqu'un dort dans le salon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5168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73456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vous a aidé à trouver ce logement-là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Tu cherches un logement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6587" y="2322576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Rachid, tu as déjà déménagé au Québec, toi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6587" y="3071876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fois. Pourquoi ? Tu cherches un logement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6587" y="3821175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Nous sommes trois dans un deux et demie. C'est trop petit.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838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6587" y="4570475"/>
            <a:ext cx="86595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personnes dans un deux et demie ? Il te faut un quatre et demie.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le demi, c'est quelle pièce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6587" y="1901952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quatre et demie, c'est combien de pièces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6587" y="2651252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chambres fermées, un salon, une cuisine et une salle de bain.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6587" y="3400551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demi, c'est quelle pièce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6587" y="4149851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salle de bain. On l'appelle le demi. C'est comme ça ici.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Regarde les petites annonces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6587" y="1901952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six ans. Il veut sa chambre à lui.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6587" y="2651252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 les petites annonces. Il y en a sur le babillard, en bas.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6587" y="3400551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les ai regardées. Je ne comprends pas la moitié des mots.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838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6587" y="4149851"/>
            <a:ext cx="86595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normal. Elles sont écrites en abrégé. Viens, on va en lire une ensemble.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Compter les pièces d'un logement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un et demie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seule pièce, avec un coin cuisine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trois et demie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chambre fermée, un salon, une cuisine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quatre et demie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deux chambres fermées, un salon, une cuisine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demi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salle de bain, jamais une chambre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chiffre compte toutes les pièces, pas les chambres.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QUESTION À SE POSER AVANT DE CHERCHER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De combien de chambres est-ce que nous avons besoin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première question qu'on vous posera au téléphone, et c'est elle qui décide du chiffre à chercher dans les annonces. Une chambre par couple, une chambre par enfant qui grandit.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PIÈCES DU LOGEMENT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 logement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L'endroit où on habite : un appartement dans un immeuble, ou une maison. Au Québec, la plupart des gens louent un logement dans un immeuble de deux ou trois étages.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 salon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grande pièce ouverte, sans porte, où on reçoit. Ce n'est pas une chambre : une annonce ne le compte jamais comme une chambre.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une chambre à coucher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pièce fermée, avec une porte, où on met son lit. C'est ce que l'annonce appelle une chambre fermée.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une salle de bain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pièce du bain, du lavabo et de la toilette. C'est elle, le demi de « trois et demie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Dilnoza habite un deux et demie avec deux autres personnes.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garçon dort dans le salon.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quatre et demie a deux chambres fermées.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demi est une petite chambre.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n'a jamais déménagé au Québec.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petites annonces sont écrites en abrégé.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Dilnoza habite un deux et demie avec deux autres personnes.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garçon dort dans le salon.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quatre et demie a deux chambres fermées.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demi est une petite chambre.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la salle de bain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n'a jamais déménagé au Québec.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deux fois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petites annonces sont écrites en abrégé.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combien de pièces a votre logement et combien de personnes y habitent.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J'habite un ___ et demie.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Nous sommes ___ personnes.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