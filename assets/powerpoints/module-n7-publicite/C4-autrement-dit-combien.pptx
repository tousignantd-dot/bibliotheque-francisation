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2. Deux choses : reformuler en français ordinaire, et calculer. La calculatrice est permise et même recommandée.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une règle de droit, à donner exactement : seules la TPS et la TVQ peuvent s'ajouter, rien d'autre.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Cinquante-deux semaines divisées par quatre : treize prélèvements, et non douze. Le groupe répond presque toujours douze, et la découverte vaut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dernier est le plus utile au téléphone, et il sera exigé dans l'appel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`t2refo` du module. Faire écrire les traductions dans la marge des vrais dépliants apportés en A3 : le geste doit devenir un réflexe.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dernière phrase vise exactement les annonces qui affichent en gros un petit versement et en petit le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refaire le calcul par le groupe avant de la montrer : le résultat frappe plus quand on l'a trouvé soi-même.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`t2prix` du module. Le troisième item est celui qu'on oublie : le prix est annoncé par semaine et prélevé aux quatre semaines.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de calcul. Les deux chiffres l'un sous l'autre : c'est la présentation qui parle, et plusieurs élèves la montreront chez 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C4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Autrement dit, combien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Terme minimal de douze mois » et « vous payez pendant un an même si vous cessez d'y aller » disent la même chose. La deuxième phrase est celle à écrire dans la marge.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que la publicité ne dit pas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reformuler une condition écrite en français ordinaire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connecteurs de reformulation à l'écrit et à l'oral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la règle du prix tout inclus et ses deux exceptions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calculer le total réel d'une offre annoncée par semaine.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 i="0">
                <a:solidFill>
                  <a:srgbClr val="17181A"/>
                </a:solidFill>
                <a:latin typeface="Verdana"/>
              </a:rPr>
              <a:t>Que veut dire cette ligne, en français ordinaire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 tarif hebdomadaire est prélevé aux quatre semaines.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prélèvements y a-t-il dans une année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douze, comme un loyer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ça change au total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connecteurs de reformulation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CONNECTEUR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ANNONCE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autrement 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 qui suit répète, en plus clair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c'est-à-dire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même emploi, même place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en d'autres mots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même emploi, un peu plus long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en somme, bref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reformule et il conclut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si je comprends bien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à l'oral, pour faire confirmer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« En somme » ne se met pas au milieu : il annonce la fin.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Traduisez la condition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ce que ça veut dire, en français ordinaire.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Terme minimal de douze mois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Frais uniques exigibles à la signature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tarif est prélevé aux quatre semaines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taxes ne sont pas comprises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L'offre peut être modifiée sans préavis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Certaines conditions s'appliquent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Traduisez la condition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Terme minimal de douze mois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vous payez un an, même sans y aller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Frais uniques exigibles à la signature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somme de plus, tout de suite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tarif est prélevé aux quatre semaines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treize fois par année, pas douze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taxes ne sont pas comprises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ajoutez environ quinze pour cent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L'offre peut être modifiée sans préavis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rien de ceci n'est garanti demain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Certaines conditions s'appliquent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des règles qu'on ne dira qu'en succursale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PRIX ANNONCÉ EST LE PRIX PAYÉ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897632"/>
          </a:xfrm>
          <a:prstGeom prst="roundRect">
            <a:avLst>
              <a:gd name="adj" fmla="val 5049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07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Au Québec, le prix qu'un commerçant annonce doit être le montant total à débourser. Seules la TPS et la TVQ peuvent s'ajouter.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39724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67156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Frais d'administration, frais de dossier, frais de préparation : tout doit être compris dans le prix affiché. Et le prix total doit ressortir plus nettement que les montants qui le composent.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calcul, pas à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L'ÉTAPE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MONTANT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9,99 $ par semaine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chiffre annoncé, en gros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multiplié par 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519,48 $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plus 60 $ d'adhésion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579,48 $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plus les taxes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environ 666 $ la première année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ce que l'annonce disait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neuf quatre-vingt-dix-neuf 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Faites le calcul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Calculatrice permise. Répondez en chiffres ou en mots.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9,99 $ par semaine sur cinquante-deux semaines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Plus les frais d'adhésion : total avant taxes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quelle fréquence l'argent est-il vraiment prélevé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prélèvements de quatre semaines dans une année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Quelles taxes peuvent s'ajouter au prix annoncé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Quitter avant le terme coûte combien de mensualités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Faites le calcul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9,99 $ par semaine sur cinquante-deux semaines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519,48 $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Plus les frais d'adhésion : total avant taxes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579,48 $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quelle fréquence l'argent est-il vraiment prélevé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aux quatre semaines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prélèvements de quatre semaines dans une année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treize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Quelles taxes peuvent s'ajouter au prix annoncé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TPS et la TVQ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Quitter avant le terme coûte combien de mensualités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deux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Prenez une offre vue cette semaine et calculez son total sur un 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abonnement, un forfait, un service à la maison.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 le chiffre annoncé et le chiffre réel, l'un sous l'autre.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Ce que la publicité ne dit pas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