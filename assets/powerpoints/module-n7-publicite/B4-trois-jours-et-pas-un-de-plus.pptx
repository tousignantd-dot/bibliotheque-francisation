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réunit un point de grammaire et le bilan des six procédés : garder du temps pour le second, qui est ce que les élèves emporteront.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seul point vraiment difficile : déplacer « que » d'un mot change complètement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amène la vraie leçon : « ne… que » dit d'abord « dépêchez-vous », et seulement ensuite « trois jours ». « La vente finit jeudi » ne presse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piège numéro un du niveau : le « ne » fait entendre une négation là où il n'y en a aucune.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placements, quatre sens. Faire lire chaque phrase à voix haute en accentuant ce qui suit « que » : le sens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`t1que` du module. Attention à la cinquième : deux élisions de suite, « il n'y a qu'un », ce qui surprend mais est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deux phrases par deux élèves différents et demander au groupe laquelle veut dire 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garder affichée jusqu'à E1 : c'est la grille d'analyse de l'exposé 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repérage. La consigne de recopier entre guillemets prépare l'exposé de E1 et la lettre de E2, où la citation exacte est exigée.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jours, et pas un de plus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ne reste que trois jours. » Votre oreille entend « ne » et se prépare à une négation. Il n'y en a aucune : il reste bel et bien trois jours.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que « ne… que » limite au lieu de nier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« que » à l'endroit qui donne le sens voulu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tournure aux temps composés et devant une voyelle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six procédés du Défi 1 et l'effet de chacun.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jours restent-ils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ne reste que trois jours à notre vente.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jours, ou aucun jour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dirait-on la même chose avec « seulement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l'annonce choisit-elle « ne… que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N'EST PAS UNE NÉGATION, C'EST UNE LIMITE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ne reste que trois jours » veut dire : il reste seulement trois jours. Il en reste, donc.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ne » se place devant le verbe, « que » juste devant ce qu'on limite. Devant une voyelle, les deux s'élident : « il n'y a qu'un matelas ». Aux temps composés, « que » suit le participe.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place du « que » fait le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Elle n'a payé que trente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somme est limitée : trente, pas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Elle n'a que payé : elle n'a rien signé.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l'action est limitée, pas la somme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n'y a qu'elle qui a lu le bas.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est limitée : elle, et personne d'autre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Ils n'ont annoncé que le prix.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composé : « que » suit le participe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« ne…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la même chose que « seulement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reste seulement trois jours à la vente.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L'offre s'applique seulement aux nouveaux membres.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rabais touche seulement les matelas sélectionnés.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payé seulement trente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seul matelas est à quarante pour cent.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mention légale dure seulement cinq secondes.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« ne…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reste seulement trois jours à la vente.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ne reste que trois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L'offre s'applique seulement aux nouveaux membres.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L'offre ne s'applique qu'aux nouveaux membres.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rabais touche seulement les matelas sélectionnés.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rabais ne touche que les matelas sélectionnés.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payé seulement trente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n'a payé que trente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seul matelas est à quarante pour 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n'y a qu'un matelas à quarante pour cent.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mention légale dure seulement cinq secondes.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mention légale ne dure que cinq secondes.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n'y a pas que le prix » = seul le prix compte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n'y a pas que le prix » = le prix, et autre chose aussi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pas que » nie la limite : c'est presque le contraire de « il n'y a que le prix ». Un seul mot change, et le sens s'inverse. La tournure est très fréquente à l'oral, et l'erreur coûte cher dans une conversation avec un commerçant.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procédés, six effets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PROCÉDÉ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conditionnel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image du résultat, sans 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comparatif tronqué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choisissez le point de comparaison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prix par semaine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nombre à la place d'un gros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« Il ne reste que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urgence qui empêche de comparer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« Jusqu'à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meilleur cas donné pour l'ordinaire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fin au double du débit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l'obligation respectée sans être comprise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votre annonce et nommez un procédé de la liste des six.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Lequel, et dans quelle phrase exactement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Recopiez la phrase entre guillemets.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