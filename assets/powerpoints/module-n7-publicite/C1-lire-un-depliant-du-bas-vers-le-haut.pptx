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Faire sortir les circulaires et les dépliants rapportés en A3 : la séance fonctionne beaucoup mieux avec du vrai papier sur les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se refait devant n'importe quelle offre. C'est le geste le plus transférable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celle qui vaut la peine. Ce n'est presque jamais le temps : ce sont les tournures, et c'est exactement ce que les trois séances suivantes travaillent.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 geste réellement : chaque élève retourne son dépliant et cherche la plus petite ligne. Certains ne la trouvent pas — c'est aussi une donnée.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par le groupe avant de donner la réponse. Quatre renseignements, dont trois coûtent de l'argent.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calcul se refait au tableau, calculatrice permise. C'est le chiffre que l'annonce n'écrit jamais, et c'est le seul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quatre questions se posent dans cet ordre, et la première se répond avec une calculatrice.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Conseil pratique à donner : photographier le dépliant en entier, bas de page compris, avant de signer quoi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`t2vf` du module. Le dernier item ouvre la séance C2 : garder la remarque pour la fin et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lecture. Les mots soulignés donnent la liste de vocabulaire réelle du groupe pour C4 — souvent plus juste que celle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dépliant du bas vers le haut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haut d'une publicité est écrit pour vous faire venir. Le bas est écrit pour protéger l'annonceur. C'est le bas que vous signez.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publicité écrite en commençant par le bas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astérisque jusqu'à sa condition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à un dépliant les quatre questions qui comptent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le total réel d'une première année.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où commencez-vous à lire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itrine-r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titre, la photo, ou la petite ligne du bas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donnez-vous à un dépliant, en général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lu une condition écrite en entier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en a empêché : le temps, ou les mots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lit à l'envers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7353" y="2322576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Posez les deux sur la table, côte à côte. On va lire le dépliant à l'envers.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1466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7353" y="3409696"/>
            <a:ext cx="86287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l'envers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7353" y="4158995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commençant par le bas. Le haut est écrit pour vous faire venir ; le bas pour protéger l'annonceur.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7353" y="5246116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en bas que se trouve ce que vous avez signé. Lisez-moi la plus petite ligne.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renseignements dans une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7353" y="1901952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Terme minimal de douze mois. Frais d'adhésion uniques de soixante dollars exigibles à la signature.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7353" y="2989072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tarif hebdomadaire est prélevé aux quatre semaines. Les taxes ne sont pas comprises. » Ce n'est pas court.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7353" y="4076191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jamais court. Combien de renseignements y a-t-il là-dedans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1466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353" y="5163312"/>
            <a:ext cx="86287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Quatre. Et pas un seul dans la grosse ligne.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vrai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1466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7353" y="1901952"/>
            <a:ext cx="86287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mon vrai prix, la première année, c'est combien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7353" y="2651252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quatre-vingt-dix-neuf par semaine, cinquante-deux semaines : cinq cent dix-neuf dollars et quarante-huit cents.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1466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DORIANE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7353" y="3738371"/>
            <a:ext cx="86287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soixante de frais d'adhésion. Cinq cent soixante-dix-neuf dollars et quarante-huit cents, avant les taxes.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1466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YAMILÉ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353" y="4825492"/>
            <a:ext cx="86287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L'annonce aurait pu écrire ce chiffre-là.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 à poser à un dépliant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SE TROUVE LA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Combien en tout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nulle part : il faut la calculer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Pendant combien de temps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terme, minimal, adhésion de … mois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Qu'est-ce qui s'ajoute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exigible, applicable, en sus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Comment est-ce que je sors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annulation, préavis, mensualités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première n'a jamais de réponse écrite. C'est elle qui compte.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L'ÉTOILE EST UN RENVOI, JAMAIS UNE DÉCORATION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 astérisque annonce qu'une condition existe ailleurs sur la page. Votre œil doit descendre avant de faire quoi que ce soit.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Et s'il n'y a rien en bas, c'est plus grave, pas moins : une promesse à laquelle aucune condition écrite ne correspond est précisément ce que la loi appelle une représentation trompeuse.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Doriane conseille de lire le dépliant en commençant par le bas.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plus petite ligne contient quatre renseignements.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d'adhésion sont prélevés chaque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total de la première année dépasse cinq cent soixante-dix dollars.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astérisque sans condition écrite est moins grave.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Des frais sont exigibles » dit qui les exige.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Doriane conseille de lire le dépliant en commençant par le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plus petite ligne contient quatre renseignements.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d'adhésion sont prélevés chaque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une seule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total de la première année dépasse cinq cent soixante-dix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astérisque sans condition écrite est moins grave.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plus grave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Des frais sont exigibles » dit qui les exige.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personne n'est nommé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Sur votre dépliant, trouvez la plus petite ligne et recopiez-la.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Recopiez-la en entier, même si vous ne comprenez pas tout.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mots que vous ne comprenez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