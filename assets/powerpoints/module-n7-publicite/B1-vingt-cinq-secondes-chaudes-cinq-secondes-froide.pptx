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Faire écouter la capsule d'Élan Cardio en entier avant d'ouvrir quoi que ce soit — et demander ensuite ce que le groupe a retenu. Presque personne n'aura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rentable de la séance : c'est un calcul, et il se refait devant n'importe quelle 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premières questions trouvent toujours réponse, les deux dernières presque jamais. C'est la démonstration de la séance, et elle se fait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contraste entre l'écoute et la lecture est l'objet de la séance. Écrite, la capsule se démonte en deux minutes ; entendue, elle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de l'élève, pas du spécialiste, et c'est voulu. Laisser le groupe la commenter : c'est la meilleure entrée dans la notion de mention légale.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capsule, plus courte et plus fine. Elle sert au travail des séances B3 et B4 : le comparatif et la restriction y sont tous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plan est celui de presque toutes les capsules commerciales, quel que soit le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le calcul au tableau, calculatrice permise. Le rapport entre les deux nombres frappe.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`t1vf` du module. Faire justifier chaque « faux » par le mot exact de la capsule : c'est l'entraînement à la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d'écoute répétée. Cinq chiffres : vingt appareils, neuf quatre-vingt-dix-neuf, douze mois, soixante dollars, et le rang de « plus grand centre ». Personne ne les a tous à la première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Vingt-cinq secondes chaudes, cinq secondes froides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capsule de radio dure trente secondes. Vingt-cinq sont lentes et souriantes ; les cinq dernières sont plates et deux fois plus rapides. Ce n'est pas un hasard.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temps d'une capsule publicitaire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la mention légale et savoir ce qu'elle contient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chiffres d'une annonce entendue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pourquoi un prix s'annonce par semaine et non par année.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Qu'avez-vous retenu de cette annonce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nsole-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de l'entreprise ? Le prix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dure l'engagement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des frais en plus ? Combien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était dit à la toute fin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capsule, mot pour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 Puis lisez.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945386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ANNONCEUR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8074" y="2322576"/>
            <a:ext cx="819805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Cet hiver, à Élan Cardio, prenez enfin soin de vous.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194538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ANNONCEUR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8074" y="3036316"/>
            <a:ext cx="819805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Nos entraîneurs pourraient vous faire découvrir un corps que vous ne connaissez pas encore.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5"/>
            <a:ext cx="194538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ANNONCEUR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8074" y="4052315"/>
            <a:ext cx="819805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 de vingt appareils neufs. Un environnement plus chaleureux. Et tout ça pour seulement neuf quatre-vingt-dix-neuf par semaine.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5"/>
            <a:ext cx="194538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ANNONCEUR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8074" y="5068315"/>
            <a:ext cx="819805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Offre valable sur adhésion de douze mois, frais d'adhésion de soixante dollars applicables, taxes en sus, certaines conditions s'appliquent.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fin, et pourquoi elle est rapide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555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8228" y="1901952"/>
            <a:ext cx="84878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fin, je ne l'ai pas comprise. Pas un 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28" y="2651252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 que non. Et pourtant c'est la fin qui contient tout ce que vous aviez besoin de savoir.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8228" y="3738371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Douze mois. Soixante dollars. Taxes en sus. Trois choses en cinq secondes.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555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8228" y="4825492"/>
            <a:ext cx="84878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ils respectent la loi en la rendant incompréhensible.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deuxième capsule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94538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ANNONCEUR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8074" y="1901952"/>
            <a:ext cx="81980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dormez plus comme avant. Chez Boréa Literie, il ne reste que trois jours à notre grande vente d'entrepôt.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94538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ANNONCEUR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8074" y="2989072"/>
            <a:ext cx="81980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Jusqu'à quarante pour cent de rabais sur les matelas sélectionnés.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94538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8074" y="4076191"/>
            <a:ext cx="81980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ne reste que trois jours. » Ça, je comprends. Il faut se dépêcher.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94538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8074" y="5163312"/>
            <a:ext cx="81980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lundi suivant, la vente recommence sous un autre nom.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temps d'une capsule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L'accroche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saison, un malaise, un impératif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promesse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vous obtiendriez, souvent au conditionnel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L'offre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chiffre : un prix, un rabais, une durée limitée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nom et le slogan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répétés sur la musique, ce que vous retiendrez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mention légale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hors musique, au double du débit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cinquième n'est pas un temps : elle est collée à la fin.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PRIX PAR SEMAINE N'EST PAS LE PRIX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Neuf dollars quatre-vingt-dix-neuf par semaine, c'est cinq cent dix-neuf dollars par année.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chiffres disent la même chose ; le premier se laisse écouter, le second fait réfléchir. Par jour pour une assurance, par semaine pour un abonnement, par mois pour une voiture : l'unité de temps se choisit toujours.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deux capsules.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partie chaude dure environ vingt-cinq secondes.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mention légale est dite au même débit que le reste.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L'abonnement suppose un engagement de douze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taxes sont comprises dans le prix annoncé.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vente de matelas porte sur tous les matelas du magasin.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ne reste que trois jours » veut dire : trois jours, pas un de plus.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partie chaude dure environ vingt-cinq secondes.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mention légale est dite au même débit que le reste.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deux fois plus vite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L'abonnement suppose un engagement de douze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taxes sont comprises dans le prix annoncé.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taxes en sus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vente de matelas porte sur tous les matelas du magasin.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les matelas sélectionnés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ne reste que trois jours » veut dire : trois jours, pas un de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Réécoutez la capsule d'Élan Cardio et notez tous les chiffres entendus.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y en a cinq. Combien en attrapez-vous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celui que vous avez manqué deux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