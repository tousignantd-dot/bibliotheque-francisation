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Redistribuer les phrases de concession écrites en C3 et les calculs de C4 : la lettre s'écrit avec les deux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 qui distingue une lettre de niveau 7 d'une lettre de niveau 5 : on ne se contente plus d'exposer, on argumente.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amène la suite : la porte de l'organisme, vue en D1. Une lettre datée est la meilleure pièce du dossier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structure vaut pour toute lettre de réclamation, quel que soit l'objet.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exigences sont celles du module. Les faire cocher une à une avant l'envoi : c'est la grille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ton. Beaucoup d'élèves croient qu'une lettre ferme doit être fâchée. C'est le contraire : la fermeté tient à la précision.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corrige la lettre par l'assistant et permet de la déposer. En classe, faire relire par un pair avec la grille des huit exigences avant la correction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dernière du module. C'est la grille que l'élève emporte : six lignes, et elles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 du module. Les réponses valent d'être lues à voix haute à la fin : elles disent ce que seize séances ont réellement déposé.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en colère se répond en une ligne. Une lettre qui cite l'annonce, concède un point et demande une chose précise se lit jusqu'au 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lettre de réclamation en trois paragraphes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l'annonce exactement, entre guillemets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 un point sans renoncer à sa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maintenant repérer.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demandez-vous, et à qui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L'annulation, un remboursement, une correction de l'annonce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votre demande est réaliste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délai accordez-vous pour la réponse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ferez si personne ne répond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faits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date, le montant, ce que vous avez signé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L'écart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citée, et ce qui n'était pas 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voulez, et sous quel délai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Dix à quatorze phrases en tout. Une lettre longue se lit en diagonale.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exigences, tirées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date et le montant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signé le 2 février, prélevé 189 $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64866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63918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citation exacte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03854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neuf quatre-vingt-dix-neuf par semaine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concession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tarif soit exact…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73577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3747897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restriction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1256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l'annonce ne donnait que le prix par semaine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Deux conditionnels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souhaiterais, pourriez-vous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82287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4856607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reformulation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12127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autrement dit, en somme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demande précise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voulez, exactement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90996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86968" y="596531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délai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622998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fin, en une phrase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trouve ça inacceptable et je veux mon argent.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souhaiterais obtenir l'annulation sans frais, avant le 15 mars.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dit un sentiment ; la seconde dit une demande, une condition et une date. Un service à la clientèle ne peut rien faire d'un sentiment, et peut agir sur une demande. Ce n'est pas une question de politesse : c'est une question d'exécutabilité.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Dix à quatorze phrases, en trois paragraphes.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d'envoyer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maintenant repérer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PROCÉDÉ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SIGNE QUI LE TRAHIT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promesse vide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conditionnel : pourrait, pourraient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comparaison sans terme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« plus » sans « que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prix rapetissé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l'unité de temps la plus petite possible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urgence fabriquée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reste que…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auteur effacé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passive sans « par 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2669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394959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annonce déguisée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394959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 mention, et un code de réduction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vous regarderez autrement, la prochaine fois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chose, en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le procédé, pas seulement l'annonce.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