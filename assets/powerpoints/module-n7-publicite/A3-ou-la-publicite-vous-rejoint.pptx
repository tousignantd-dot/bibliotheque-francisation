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Elle paraît facile et elle est structurante : sans ces mots, le reste du module ne se dit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celui qui compte : l'élève doit pouvoir dire à quoi sert un slogan, pas seulement reconnaître le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chiffres annoncés sont toujours très bas, et c'est le point : on ne remarque pas ce qu'on voit. La répétition travaille sans nous.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avec l'article. « Panneau-réclame » prend un trait d'union. « Circulaire » est un nom au Québec, pas un adjectif.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Un astérisque » est masculin, et c'est une erreur fréquente. Le faire dire avec l'article trois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six mots serviront surtout au bloc D. Les poser ici pour que les élèves les aient entendus une première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est une question : laquelle ? Réponse : la mention légale. Personne ne l'ajoute par générosité.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`prImg` du module, en version projetée. Les six photos sont dans le module : les faire ouvrir sur les portables si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matériel. Ces papiers serviront réellement en C1 : la séance du dépliant fonctionne beaucoup mieux avec de vrais dépliants sur les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A3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Où la publicité vous rejoint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personne croise plusieurs centaines d'annonces par jour et n'en remarque presque aucune. Cette séance nomme les endroits, et les pièces dont une annonce est faite.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la publicité ne dit 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six lieux et supports où la publicité paraît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chaque pièce d'une annonce au travail qu'elle fait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mots avec leur article et leur genre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commencer sa liste de mots pour « Je retiens des mots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Combien d'annonces avez-vous vues avant d'arriver ici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boite-aux-lett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la rue, dans l'autobus, dans le métro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votre boîte aux lettres, ce matin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votre téléphone, avant une vidéo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pourriez-vous en nommer, de mémoire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endroits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43071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abribus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7722" y="2121408"/>
            <a:ext cx="662128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petit abri vitré où l'on attend l'autobus, dont un côté sert de support à des annonces.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43071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panneau-réclame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7722" y="2778252"/>
            <a:ext cx="662128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grand panneau installé au bord d'une route pour qu'on le voie en roulant.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43071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circulaire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7722" y="3435096"/>
            <a:ext cx="662128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journal de papier plein d'annonces qu'on reçoit chaque semaine sans l'avoir demandé.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43071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dépliant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7722" y="4091939"/>
            <a:ext cx="662128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feuille pliée en deux ou en trois qu'un commerce remet en main propre ou envoie par la poste.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43071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capsule publicitaire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7722" y="4748784"/>
            <a:ext cx="662128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très courte annonce enregistrée qu'on entend à la radio ou avant une vidéo.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43071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l'affichage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7722" y="5405628"/>
            <a:ext cx="662128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Tout ce qu'un commerce montre à l'extérieur et à l'intérieur pour se faire voir.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pièces d'une annonce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05990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slogan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6914" y="2121408"/>
            <a:ext cx="699209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courte phrase qu'une entreprise répète partout pour qu'on la retienne.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05990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mention légale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6914" y="2778252"/>
            <a:ext cx="699209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La partie qu'une loi oblige à donner, et qu'on place toujours à la fin.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05990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astérisque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6914" y="3435096"/>
            <a:ext cx="699209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petite étoile placée après un prix, qui renvoie à une condition écrite plus bas.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05990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débit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6914" y="4091939"/>
            <a:ext cx="699209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La vitesse à laquelle une personne parle, comptée en mots par minute.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05990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rabais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6914" y="4748784"/>
            <a:ext cx="699209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La somme retranchée du prix habituel pendant une période annoncée.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05990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message implicite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66914" y="5405628"/>
            <a:ext cx="699209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Ce qu'une annonce fait comprendre sans jamais l'écrire ni le dire.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personnes et les ententes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24773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annonceur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4747" y="2121408"/>
            <a:ext cx="680425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L'entreprise ou l'organisme qui paie pour faire passer un message.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24773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public cible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4747" y="2778252"/>
            <a:ext cx="680425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Le groupe de personnes qu'une annonce cherche à atteindre.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24773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témoignage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4747" y="3435096"/>
            <a:ext cx="680425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Le récit d'une personne qui dit ce que le produit a fait pour elle.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24773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commandite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4747" y="4091939"/>
            <a:ext cx="680425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L'entente par laquelle une entreprise paie quelqu'un pour qu'il parle de son produit.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24773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publicité déguisée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4747" y="4748784"/>
            <a:ext cx="680425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Une annonce présentée sous une forme qui cache qu'elle est une annonce.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24773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engagement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4747" y="5405628"/>
            <a:ext cx="680425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durée minimale pendant laquelle on est tenu de continuer à payer.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Chaque pièce a un travail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PIÈCE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Le slogan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se faire retenir, toujours dans les mêmes mots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La mention légale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dire ce que le reste a passé sous silence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L'astérisque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renvoyer à la condition écrite plus bas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Le public cible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décider de tout : la musique, l'heure, les mots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L'annonceur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payer le message, et en répondre devant la loi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Une seule de ces pièces existe parce qu'une loi l'exige.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Chaque endroit, sa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Reliez ce qu'on voit à ce qu'on nomme.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abri vitré éclairé au bord d'une rue enneigée.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boîte de métal si pleine que le couvercle ne ferme plus.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écran allumé dans un salon vide, en fin de soirée.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console, un micro suspendu, une chaise vide.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structure d'acier au bord de l'autoroute.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devanture éclairée d'un commerce, un soir de pluie.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Chaque endroit, sa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abri vitré éclairé au bord d'une rue enneigée.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abribus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boîte de métal si pleine que le couvercle ne ferme plus.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circulaire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écran allumé dans un salon vide, en fin de soirée.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téléviseur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console, un micro suspendu, une chaise vide.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studio de radio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structure d'acier au bord de l'autoroute.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panneau-réclame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devanture éclairée d'un commerce, un soir de pluie.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l'affichage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Rapportez une circulaire ou un dépliant reçu chez vous cette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N'importe lequel, même en partie déchiré.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S'il n'y en a pas, notez le nom d'un commerce vu sur la rue.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la publicité ne dit pas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