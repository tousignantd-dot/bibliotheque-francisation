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elle sert deux fois : l'élève doit reconnaître ce conditionnel dans les annonces, et le produire lui-même dans l'appel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les mêmes formes dans deux emplois. Le dire tout de suite : les élèves cherchent souvent deux conjugaisons.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la clé. Une affirmation doit pouvoir se prouver ; une possibilité, non. Le conditionnel est le procédé le plus courant de la publicité et le plus difficile à attaquer.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entendre la différence entre « je parlais » et « je parlerais » : elle tient au « r », et elle est mince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mêmes radicaux qu'au futur simple : les apprendre une fois sert deux fois. Le dire, ça soulage.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forme, deux intentions. C'est le contexte qui tranche, jamais la conjugaison. Les élèves demandent souvent comment on fait la différence : on ne la fait pas, on l'entend.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`t1cond` du module. Après correction, relire chaque phrase et demander : qu'est-ce qui est promis ? La réponse est toujours « rien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juste trois fois à voix haute. C'est la faute que l'oreille corrige mieux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production. Ces trois phrases seront réutilisées telles quelles dans l'appel de E1 : le dire, ça 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Pourraient » : le conditionnel qui ne promet rien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temps de verbe, deux métiers très différents. En publicité, il donne l'image d'un résultat sans s'y engager. Au téléphone, il rend une demande polie.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 tout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radicaux irréguliers les plus fréquents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conditionnel d'incertitude dans une annonce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de politesse au téléphone.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promet cette phrase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Nos entraîneurs pourraient vous faire découvrir un corps que vous ne connaissez pas.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7992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316280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Remplacez « pourraient » par « vont ». Qu'est-ce qui change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phrases pourriez-vous contester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168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73456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une agence choisirait-elle la première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parlerais · tu parlerais · il parlerait · nous parlerions · vous parleriez · ils parleraient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y a toujours un « r » juste avant la terminaison, et c'est lui qui distingue « je parlerais » de « je parlais ». Un seul mécanisme, pour tous les verbes sans exception.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radicaux irréguliers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CONDITIONNEL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serais · nous serions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j'aurais · vous auriez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j'irais · nous irions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ferais · vous feriez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pourrais · nous pourrions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verrais · vous verriez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temps, deux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L'incertitude, en publicité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produit pourrait réduire vos coûts.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Ce que ça promet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rien du tout : la phrase n'a rien affirmé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politesse, au téléphone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me confirmer le montant total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Ce que ça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 est adoucie, l'autre n'est pas bousculé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forme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entraîneurs ___ (pouvoir) vous faire découvrir un corps que vous ne connaissez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matelas ___ (améliorer) la qualité de votre sommeil.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(économiser) jusqu'à trois cents dollars par année.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clients ___ (voir) une différence dès la première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(avoir) accès à toutes nos succursales.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(être) heureux de vous compter parmi nos membres.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produit ___ (faire) partie des meilleurs vendeurs de la saison.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entraîneurs ___ (pouvoir) vous faire découvrir un corps que vous ne connaissez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pourraient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matelas ___ (améliorer) la qualité de votre sommeil.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améliorerait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(économiser) jusqu'à trois cents dollars par 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économiseriez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clients ___ (voir) une différence dès la première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verraient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(avoir) accès à toutes nos succursales.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(être) heureux de vous compter parmi nos membres.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produit ___ (faire) partie des meilleurs vendeurs de la saison.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j'aurais le temps, je lirais tout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si j'avais le temps, je lirais tout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Jamais de conditionnel après « si ». C'est l'imparfait qui va dans la condition, et le conditionnel dans la conséquence. La faute est très fréquente et très visible : elle vaut la peine d'être corrigée une fois pour toutes.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demandes polies au conditionnel, adressées à un service à la clientèle.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Pourriez-vous… · J'aimerais… · Je souhaiterais…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demande par phrase, et une demande précise.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