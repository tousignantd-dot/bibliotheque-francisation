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avez-vous déjà payé plus cher que le prix annoncé ? Les exemples sortent vite — abonnements, forfaits de téléphone, meubles. C'est la matière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cœur du module et il ne sera pas atteint aujourd'hui. Le poser quand même : les quinze séances y reviennent.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La troisième piste est la plus utile : se souvenir sans l'avoir voulu, c'est exactement ce que l'affichage achète. Ne pas conclure à leur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faire le calcul au tableau avant de continuer. L'écart de cent cinquante-neuf dollars est ce qui accroche la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posture, à ne pas manquer : le module n'apprend pas à se méfier, il apprend un métier vu de l'intérieur. Réginald n'est ni un repenti ni un dénonciateur.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règles de la séance, dites par un personnage. Les écrire au tableau et les y laisser jusqu'à E2. Aucun numéro d'article : ce n'est pas un cours de 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la quatrième : elle n'occupe aucune place sur la page, et c'est elle qui travaille.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Question fréquente : « alors on peut se plaindre même s'ils n'ont pas menti ? » Oui, et c'est 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Implicite » est le mot du module : le faire dire trois fois, il reviendra à chaque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troisième est le plus difficile : rien n'est faux, et pourtant l'annonce est en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Les réponses servent de matière première tout le module : chaque élève arrive avec une annonce à démonter, et c'est celle qu'il présentera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Neuf quatre-vingt-dix-neuf, et la facture dit cent quatre-vingt-neuf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annonce peut être exacte mot à mot et fausse dans son ensemble. C'est là-dessus que porte tout le module : sur ce que l'annonce vous laisse conclure sans jamais l'écrire.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pièces d'une annonce : slogan, mention légale, astérisque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qu'une annonce affirme de ce qu'elle laisse conclure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qu'au Québec une annonce se juge sur l'impression générale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premiers mots du dossier : un message implicite, un public cible, un annonceur.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Où la publicité vous a-t-elle rejoint cette semaine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bribus-s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la radio, dans l'autobus, dans votre boîte aux lettres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avez-vous vu la même annonce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en a-t-il une dont vous vous souvenez sans le vouloir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acheté quelque chose à cause d'une annonce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facture qui ne concorde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555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8228" y="2322576"/>
            <a:ext cx="84878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pris un abonnement au centre de la rue Parent. L'annonce disait neuf quatre-vingt-dix-neuf par semaine.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6555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8228" y="3409696"/>
            <a:ext cx="84878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 relevé dit cent quatre-vingt-neuf dollars. Trois semaines à dix dollars, ça fait trente, pas cent quatre-vingt-neuf.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6555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RÉGINALD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8228" y="4496816"/>
            <a:ext cx="84878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Ça fait trente dollars, plus quelque chose que l'annonce ne vous a pas 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65554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8228" y="5583936"/>
            <a:ext cx="848789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grosse ligne, une photo, et une étoile après le prix.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Trente ans à écrire des annonces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555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RÉGINALD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8228" y="1901952"/>
            <a:ext cx="84878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vous dire une chose que j'ai passé trente ans à faire, et je ne suis pas très fier de toutes les années.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555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RÉGINALD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8228" y="2989072"/>
            <a:ext cx="84878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écrit de la publicité. Des annonces de radio, surtout. Des centaines.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65554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RÉGINALD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8228" y="4076191"/>
            <a:ext cx="848789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je vais vous apprendre à les lire, parce que ça s'apprend.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6555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RÉGINALD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8228" y="4825492"/>
            <a:ext cx="84878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de l'intuition, c'est un métier avec des règles, et il y a des lois qui l'encadrent.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L'impression générale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5554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8228" y="1901952"/>
            <a:ext cx="848789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Mais si chaque mot est vrai, où est le problème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555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RÉGINALD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8228" y="2651252"/>
            <a:ext cx="84878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Québec, on ne juge pas une annonce mot par mot. La loi regarde l'impression générale qu'elle donne.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555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RÉGINALD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8228" y="3738371"/>
            <a:ext cx="84878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l'impression générale est fausse, l'annonce est trompeuse, même si chaque mot pris tout seul est exact.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65554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RÉGINALD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8228" y="4825492"/>
            <a:ext cx="848789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commerçant n'a pas le droit d'omettre un fait important.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pièces, quatre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PIÈCE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 slogan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se faire retenir en trois ou quatre mots, toujours les mêmes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mention légale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dire, parce que la loi l'oblige, ce que le reste a passé sous silence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L'astérisque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renvoyer d'une promesse à la condition écrite plus bas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 message implicite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faire conclure quelque chose sans jamais l'affirmer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de ces quatre pièces sont visibles. La quatrième ne l'est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ON JUGE L'EFFET, PAS LES MOTS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annonce se juge sur l'impression générale qu'elle donne, et non sur chaque mot pris à part.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annonce dont toutes les phrases sont exactes peut donc être trompeuse, si l'ensemble fait croire autre chose. Et le commerçant n'a pas le droit d'omettre un fait important : le silence n'est pas une défense.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pour commencer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599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message implicite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6914" y="2121408"/>
            <a:ext cx="69920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Ce qu'une annonce fait comprendre sans jamais l'écrire ni le dire.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0599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slogan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6914" y="2778252"/>
            <a:ext cx="69920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courte phrase qu'une entreprise répète partout pour qu'on la retienne.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0599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public cible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6914" y="3435096"/>
            <a:ext cx="69920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groupe de personnes qu'une annonce cherche à atteindre.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0599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annonceur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6914" y="4091939"/>
            <a:ext cx="69920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L'entreprise ou l'organisme qui paie pour faire passer un message.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0599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abribus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6914" y="4748784"/>
            <a:ext cx="69920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petit abri vitré où l'on attend l'autobus, dont un côté sert de support à des annonces.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05990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panneau-réclame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6914" y="5405628"/>
            <a:ext cx="699209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grand panneau installé au bord d'une route pour qu'on le voie en roulant.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Yamilé a payé cent quatre-vingt-neuf dollars pour trois semaines.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Réginald a travaillé trente ans dans une agence de publicité.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Réginald, l'annonce a écrit une chose fausse.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Québec, une annonce se juge mot par mot.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Omettre un fait important est permis si le reste est exact.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L'étoile après le prix renvoie à une condition écrite plus bas.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Yamilé a payé cent quatre-vingt-neuf dollars pour trois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Réginald a travaillé trente ans dans une agence de publicité.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Réginald, l'annonce a écrit une chose fausse.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chaque mot est exact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Québec, une annonce se juge mot par mot.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sur l'impression générale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Omettre un fait important est permis si le reste est exact.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interdit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L'étoile après le prix renvoie à une condition écrite plus bas.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annonce que vous avez vue cette semaine, et dites ce qu'elle promet.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Où l'avez-vous vue, et combien de fois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Qu'est-ce qu'elle promet exactement, en une phrase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