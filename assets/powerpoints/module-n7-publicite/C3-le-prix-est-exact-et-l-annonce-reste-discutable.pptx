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au service de la lettre de E2. L'annoncer : ce qu'on apprend aujourd'hui sera exigé dans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persuade les élèves d'employer la tournure. Sans lui, ils la trouvent compliquée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se répond en une ligne : « tout était dans les conditions ». La seconde oblige à répondre sur le fond. La différence est une tournure de grammaire, et c'est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la concession coûte peu : on donne raison sur un détail, on garde l'essentiel.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le groupe hésite sur le mode, la quatrième ligne est l'échappatoire : « malgré » + un nom évite la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phrases disent la même chose. Le choix se fait sur le registre : « bien que » dans une lettre, « même si »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`t2conc` du module. Les trois derniers items sont ceux qui trient : c'est le mode, pas le marqueur, qui pose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une faute de grammaire, c'est un choix de ton. Le dire clairement : les deux phrases sont correctes.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production. Ces deux phrases entrent telles quelles dans la lettre de E2 : le dire, ça motive et ça évite de récrire.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prix est exact, et l'annonce reste discutable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Reconnaître que l'autre a raison sur un point, et maintenir quand même sa demande. C'est la tournure des lettres de réclamation qui aboutissent.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exprimer une concession avec le mode qui convient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bien que » et « même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malgré » avec un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concéder rend une demande plus forte.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Laquelle des deux lettres obtient une réponse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Votre annonce est mensongère et je veux être remboursé.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Bien que le prix hebdomadaire soit exact, l'annonce ne mentionnait pas les frais.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montre qu'on a lu le dépliant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168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73456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se répond en une ligne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ACCORDER D'ABORD, MAINTENIR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 que le prix hebdomadaire soit exact, l'annonce donne une fausse impression.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concession fait deux choses en même temps : elle reconnaît que l'autre a raison sur un point précis, et elle maintient la demande. C'est plus fort qu'une opposition, parce que c'est plus juste — et ça se remarque dans une lettre.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marqueurs, trois régimes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bien que, quoique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subjonctif : soit, ait, paraisse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malgré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subjonctif aussi, mais moins soutenu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même 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l'indicatif : est, avez, finit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malgré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nom, sans verbe du tout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Même si ce soit » n'existe pas. C'est l'erreur la plus fréquente.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trois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Avec bien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j'aie signé, je demande l'annulation.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Avec même 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j'ai signé, je demande l'annulation.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Avec malgré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Malgré ma signature, je demande l'annulation.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 qui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ton, jamais le sens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concession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mode du verbe qui 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prix soit exact, l'annonce donne une fausse impression.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j'aie signé le contrat, je demande l'annulation.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avez lu les conditions, vous pouvez contester.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l'astérisque, le total n'apparaît nulle part.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l'offre ___ (paraître) avantageuse, elle coûte plus cher.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centre ___ (avoir) raison sur le tarif, il a omis les frais.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la vente ___ (finir) jeudi, je prends le temps de comparer.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concession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prix soit exact, l'annonce donne une fausse impression.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j'aie signé le contrat, je demande l'annulation.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avez lu les conditions, vous pouvez contester.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l'astérisque, le total n'apparaît nulle 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l'offre ___ (paraître) avantageuse, elle coûte plus 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paraisse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centre ___ (avoir) raison sur le tarif, il a omis les frais.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si la vente ___ (finir) jeudi, je prends le temps de comparer.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prix est bas, mais l'engagement est long.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Bien que le prix soit bas, l'engagement est long.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met deux faits côte à côte : c'est une opposition. La seconde commence par donner raison, puis maintient : c'est une concession. Dans une lettre de réclamation, la seconde est plus forte, parce qu'elle montre qu'on a lu et compris avant de contester.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de concession sur votre annonce, une avec chaque marqueur.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Bien que… soit… / Même si… est…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deux phrases doivent porter sur la même annonce.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