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et la plus utile du Défi 2. La phrase passive sans agent est ce qui rend une condition écrite si difficile à lire — et si difficile à contester.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évite la chasse aux sorcières : « le magasin a été construit en 1998 » n'efface personne d'important.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à la quatrième est presque toujours la bonne : ça arrive tout seul, comme la pluie. Personne n'agit, donc personne n'est responsable, donc il n'y a personne à qui se plaindre.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les trois étapes au tableau avec une phrase proposée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signe le plus sûr qu'on est au passif, et il est visible à l'œil 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formes se rencontrent dans un seul contrat. Faire chercher l'auteur à chaque fois : il n'est jamais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`t2efface` du module. Après correction, faire relire les deux colonnes à voix haute : la colonne de droite est nettement plus engageante pour l'entreprise, et c'est tout le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Confusion très fréquente, et la seule qui empêche de repérer les vrais passifs. Le test tient en trois mots : « par quelqu'un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lecture active. La seconde consigne est le vrai exercice : une question à poser au téléphone vaut mieux qu'une réponse devinée.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Qui a été effacé de la phrase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Des frais sont exigibles. » Quelqu'un les exige, mais ce quelqu'un n'apparaît nulle part. Les conditions écrites sont faites de ces phrases-là.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la publicité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phrase passive à son auxiliaire et à son accord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l'auteur que la phrase n'a pas nommé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récrire une phrase passive à l'actif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 passif n'est pas suspect en soi.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agit dans ces trois phrases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Des frais d'adhésion sont exigibles à la signature.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tarif hebdomadaire est prélevé aux quatre semaines.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L'offre peut être modifiée sans préavis.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impression donnent ces trois phrases ensemble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ÊTRE + PARTICIPE PASSÉ ACCORDÉ AVEC LE SUJET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centre prélève le tarif. Le tarif est prélevé par le centre. Le tarif est prélevé.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complément devient sujet ; le sujet passe derrière « par », ou disparaît. Dans les conditions écrites, il disparaît presque toujours — et ce n'est pas un oubli de rédaction.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L'accord trahit le passif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S'ACCORDE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tarif est prélevé.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 singulier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L'offre est modifiée.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 singulier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conditions ont été changées.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 pluriel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frais seront facturés.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 pluriel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participe s'accorde toujours avec le sujet, jamais avec l'agent.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Plus il y a d'auxiliaires, plus l'auteur est loin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Présent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tarif est prélevé.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1922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19354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Passé composé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58209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a été augmenté le premier mars.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1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Futur simple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6692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montant vous sera facturé en avril.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3664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41096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Avec un modal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67563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L'offre peut être modifiée sans préavis.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à l'actif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Remettez l'auteur donné entre parenthèses comme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frais sont exigibles à la signature. (le centre)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tarif est prélevé aux quatre semaines. (le centre)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L'offre peut être modifiée sans préavis. (l'annonceur)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a été augmenté le premier mars. (la direction)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conditions ont été changées en janvier. (l'entreprise)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8003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8643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 remboursement n'est accordé après trente jours. (le centre)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à l'actif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frais sont exigibles à la signature. (le centre)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centre exige des frais à la signature.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tarif est prélevé aux quatre semaines. (le centre)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centre prélève le tarif aux quatre semaines.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L'offre peut être modifiée sans préavis. (l'annonceur)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L'annonceur peut modifier l'offre sans préavis.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a été augmenté le premier mars. (la direction)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direction a augmenté le prix le premier mars.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conditions ont été changées en janvier. (l'entreprise)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L'entreprise a changé les conditions en janvier.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8003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8643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 remboursement n'est accordé après trente jours. (le centre)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centre n'accorde aucun remboursement après trente jours.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elle est partie sans signer » est une phrase passive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n'en est pas une : on ne peut pas ajouter « par quelqu'un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test est simple et il ne se trompe jamais. « Le contrat est signé par quelqu'un » se dit ; « elle est partie par quelqu'un » ne se dit pas. La première est un passif, la seconde un passé composé avec l'auxiliaire être.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Sur votre dépliant, trouvez une phrase passive et écrivez qui a été effacé.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Recopiez la phrase, puis écrivez le nom en marge.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n'arrivez pas à le nommer, écrivez la question à poser.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la publicité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