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de production. Les élèves arrivent avec leur annonce, notée dès A1 et travaillée à chaque billet de sortie. Vérifier que chacun l'a avant de commencer.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est celui qui décide de tout. « Ce n'est pas correct » n'obtient rien ; « pourriez-vous me confirmer le total de la première année » obtient un chiffre.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question est la plus utile. Un appel sans demande précise se termine par « tout était dans les conditions », et l'élève raccroche sans rien.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photographier, et à garder ouverte pendant l'appel. Le jeu de rôle du module suit exactement cette liste.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six tournures viennent des six séances de grammaire du module. Chacune a été travaillée : le rappeler, ça donne confiance.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À dire avant de lancer le jeu de rôle. La différence entre les deux phrases est ce que le module entier a servi à construire.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module offre les trois situations avec l'assistant. En classe, faire travailler en paires, l'un tenant la liste des sept sujets et cochant au fur et à mesure.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deuxième temps est celui qu'on escamote : exiger la citation exacte, préparée depuis B4.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de préparation. Trois phrases suffisent : un exposé de deux minutes qui tient sur trois phrases est meilleur qu'un texte lu.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L'appel, et l'exposé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appel qui reproche n'obtient rien. Un appel qui nomme précisément ce qui n'était pas dit obtient une réponse. Ensuite, deux minutes debout pour démonter une annonce.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Ce que la publicité ne dit pas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exposer au téléphone ce qu'une annonce laissait croire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une question précise sur ce qu'elle ne disait pas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reformuler la réponse reçue pour la faire confirmer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démonter une annonce en trois temps devant la classe.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PRÉPARATION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demandez-vous, exactement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appelez pour vous plaindre, ou pour obtenir quelque chose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vous voulez qu'on vous dise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chiffre vous manque-t-il encore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ferez-vous de la réponse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sept sujets de l'appel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Se présenter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qui vous êtes, et pourquoi vous appelez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Rappeler l'annonce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qu'elle laissait croire, sans accuser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Poser la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question précise, sur un chiffre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Faire préciser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montant, une durée, une date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Reformuler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autrement dit… si je comprends bien…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Demander l'écrit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93207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confirmation avant de raccrocher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tournures à réutiliser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574548"/>
          </a:xfrm>
          <a:prstGeom prst="roundRect">
            <a:avLst>
              <a:gd name="adj" fmla="val 2546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Demander poliment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49500"/>
            <a:ext cx="10417759" cy="-23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Pourriez-vous me confirmer le montant total de la première année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549652"/>
            <a:ext cx="11057839" cy="574548"/>
          </a:xfrm>
          <a:prstGeom prst="roundRect">
            <a:avLst>
              <a:gd name="adj" fmla="val 2546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86968" y="282397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Reformuler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088639"/>
            <a:ext cx="10417759" cy="-23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Autrement dit, je m'engage pour douze mois. C'est bien ça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88792"/>
            <a:ext cx="11057839" cy="574548"/>
          </a:xfrm>
          <a:prstGeom prst="roundRect">
            <a:avLst>
              <a:gd name="adj" fmla="val 2546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3563112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Accorder, puis maintenir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827780"/>
            <a:ext cx="10417759" cy="-23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Bien que le tarif soit exact, l'annonce ne mentionnait pas les frais.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27931"/>
            <a:ext cx="11057839" cy="574548"/>
          </a:xfrm>
          <a:prstGeom prst="roundRect">
            <a:avLst>
              <a:gd name="adj" fmla="val 2546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86968" y="430225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Limiter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4566920"/>
            <a:ext cx="10417759" cy="-23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L'annonce ne donnait que le prix par semaine.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67072"/>
            <a:ext cx="11057839" cy="574548"/>
          </a:xfrm>
          <a:prstGeom prst="roundRect">
            <a:avLst>
              <a:gd name="adj" fmla="val 2546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504139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Dire le degré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5306060"/>
            <a:ext cx="10417759" cy="-23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condition était écrite trop petit pour que je la voie.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506212"/>
            <a:ext cx="11057839" cy="574548"/>
          </a:xfrm>
          <a:prstGeom prst="roundRect">
            <a:avLst>
              <a:gd name="adj" fmla="val 2546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86968" y="5780532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Conclure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6045200"/>
            <a:ext cx="10417759" cy="-23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 somme, à qui dois-je m'adresser pour la suite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Votre annonce est mensongère.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L'annonce ne mentionnait pas les frais d'adhésion.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première est une accusation, et elle se répond en une ligne : « tout était dans les conditions ». La seconde est un fait vérifiable, et elle oblige l'interlocuteur à répondre sur le fond. Nommer précisément ce qui manquait est la seule chose qui fasse avancer un appel.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JEU DE RÔLE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situations au choix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Choisissez-en une, et menez l'appel jusqu'au bout.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L'abonnement à 9,99 $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trottinette « offerte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L'affiche du commerce neuf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Dans les trois cas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L'exposé, en trois temps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TEMPS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Ce que l'annonce montre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où, quand, combien de fois vue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Ce qu'elle promet sans le dire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phrase exacte, entre guillemets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procédé, nommé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et ce que vous en concluez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608576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864608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Deux minutes, debout, sans lire ses notes mot à mot.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les trois phrases de votre exposé, une par temps.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phrase par temps, pas un paragraphe.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La deuxième doit contenir une citation entre guillemets.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Ce que la publicité ne dit pas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