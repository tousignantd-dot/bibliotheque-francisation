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d'écoute active. Prévoir de faire réécouter les deux capsules du Défi 1 au moins deux fois : on cherche cette fois un mot précis, pas le sens général.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prévient le contresens de la séance : « plus de vingt appareils » est une quantité, pas un comparatif tronqué.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question est le cœur de la séance : la tête complète toute seule, avec ce qui l'arrange. Personne n'a menti, et pourtant quelque chose a été 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quatrième ligne est la seule irrégularité : avec un nom, « autant de » remplace « aussi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dernière phrase est celle qui éclaire : ce n'est pas de la paresse d'écriture, c'est un choix.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Meilleur » accompagne un nom, « mieux » accompagne un verbe. Le test : si on peut mettre « très » devant, c'est « mieux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`t1comp` du module. Après correction, faire relire la colonne de gauche : les annonces réelles s'arrêtent toutes avant le « que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Piège fréquent une fois la séance comprise : les élèves se mettent à voir des comparatifs tronqués partout. Le chiffre les arrête.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d'observation. La deuxième consigne est la plus instructive : les élèves découvrent qu'ils avaient déjà répondu sans s'en rendre compte.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B3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Plus chaleureux — mais que quoi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comparatif le plus courant de la publicité est incomplet. Il compare à rien, et laisse votre tête placer elle-même le point de comparaison.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Ce que la publicité ne dit pas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former un comparatif complet, avec ses deux termes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un comparatif tronqué et poser la question qui manque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une quantité chiffrée d'une comparaison vague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meilleur » et « mieux » sans se tromper.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question à poser à voix haute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Un environnement plus chaleureux. » Plus chaleureux que quoi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Des résultats plus rapides. » Plus rapides que quoi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Moins de frais. » Moins de frais que chez qui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se passe-t-il dans votre tête quand personne ne répond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trois degrés du comparatif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DEGRÉ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FORME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Supériorité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plus grand que celui de la rue Parent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Infériorité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moins élevé que l'an dernier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Égalité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aussi cher que son voisin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Avec un nom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plus de, moins de, autant 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deuxième terme s'introduit toujours par « que 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UN COMPARATIF TRONQUÉ N'A QU'UN TERME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Un environnement plus chaleureux. » Plus chaleureux que quoi ? Rien n'est dit, donc rien n'est vérifiable.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superlatif, lui, engage vraiment : « le plus grand centre de la Rivière-du-Nord » se compare à tout le reste, donc se vérifie. C'est pour cela que les agences préfèrent le comparatif vague au superlatif précis.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formes irrégulières, aucune exception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bon devient meilleur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49500"/>
            <a:ext cx="10417759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meilleur prix — jamais « plus bon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919222"/>
            <a:ext cx="11057839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86968" y="3193541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bien devient mieux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458209"/>
            <a:ext cx="10417759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y dort mieux — jamais « plus bien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1"/>
            <a:ext cx="11057839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1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le superlatif de bon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566920"/>
            <a:ext cx="10417759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meilleur prix en ville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136642"/>
            <a:ext cx="11057839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86968" y="5410962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le superlatif de bien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5675630"/>
            <a:ext cx="10417759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là qu'on dort le mieux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la comparaison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Ajoutez le deuxième terme, et voyez ce que l'annonce évitait de dire.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environnement plus chaleureux ___ (celui de l'an dernier).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Des résultats plus rapides ___ (une marche quotidienne).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dormirez mieux ___ (sur votre vieux matelas).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Moins de frais ___ (chez nos concurrents).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plus bon prix.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y dort plus bien.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centre est grand : c'est ___ centre de la région.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la comparaison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environnement plus chaleureux ___ (celui de l'an dernier).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que celui de l'an dernier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Des résultats plus rapides ___ (une marche quotidienne).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qu'une marche quotidienne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dormirez mieux ___ (sur votre vieux matelas).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que sur votre vieux matelas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Moins de frais ___ (chez nos concurrents).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que chez nos concurrents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plus bon prix.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meilleur prix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y dort plus bien.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y dort mieux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centre est grand : c'est ___ centre de la région.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plus grand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confondre « plus de vingt » et « plus chaleureux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un chiffre n'est pas une impression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Plus de vingt appareils neufs » est une quantité vérifiable : on peut aller les compter. « Plus chaleureux » ne se vérifie pas. Le même mot « plus », deux natures très différentes — et seule la première engage l'annonceur.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Trouvez un comparatif tronqué dans une annonce, et écrivez la question qui manque.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Plus rapide » : plus rapide que quoi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Notez aussi ce que votre tête avait complété toute seule.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Ce que la publicité ne dit pas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