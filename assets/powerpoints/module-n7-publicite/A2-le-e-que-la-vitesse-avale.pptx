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prononciation, mais son enjeu est l'écoute. Le dire dès le début : on travaille ici pour comprendre une mention légale, pas pour bien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change quelque chose. Beaucoup d'adultes qui lisent très bien croient mal entendre, alors qu'ils entendent parfaitement une forme qu'ils n'ont jamais apprise.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Répondre à la dernière question seulement à la fin : aucun des deux n'est une faute. C'est la place du « e » dans le mot qui décide, pas le niveau de langue ni le soin qu'on met à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nom savant — « e caduc » — peut être donné, mais il n'est pas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prononcer « atlier » et « autrment » à voix haute : la langue butte, et la règle se comprend d'elle-même.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seule consonne devant le « e », au milieu du mot : il tombe. Faire répéter la colonne de droite, pas celle de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garder un « e » qui aurait pu tomber ne provoque aucun malentendu. C'est l'oreille qu'on entraîne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`prDebit` du module. Faire dire les huit mots à voix haute après correction, dans les deux formes quand les deux existent.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méthode : dans une mention légale, les chiffres résistent mieux que les mots. Entraîner l'oreille à les attraper d'abord, quitte à reconstruire la phrase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d'écoute. Ce qu'ils n'ont pas compris est aussi intéressant que ce qu'ils ont attrapé : c'est la matière du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e » que la vitesse avale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fin d'une annonce de radio est dite deux fois plus vite que le reste. C'est le petit « e » du milieu des mots qui en fait les frais — et c'est là que se trouvent les chiffres.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petit « e » du milieu des mots, ou son absence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dans quels cas il se maintient, et dans quels cas il tombe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mot connu sous sa forme raccourcie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cesser de croire qu'on manque de vocabulaire quand on manque un « 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mots, dits deux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« seulement », puis « seul'ment ». Entendez-vous les deux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avez-vous déjà entendu à la radio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dites-vous, 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des deux est une faute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 SON QUI N'EST PAS OBLIGATOIRE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petit « e » de « semaine », de « rapidement », de « depuis » se dit parfois, et parfois pas du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ne sont pas deux façons de parler, l'une soignée et l'autre relâchée. Ce sont deux prononciations également correctes, et c'est la place du « e » dans le mot qui décide.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 où le « e » 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Début, après p b t d k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· devant · tenir · debout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Deux consonnes devant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autrement · le premier · vendredi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Devant « ri » ou « li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atelier · un ouvrier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ces trois cas, le mot devient impossible à dire sans 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cas où il tombe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seulement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seul'ment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gratuitement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gratuit'ment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rapidement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rapid'ment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semaine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s'maine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samedi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sam'di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finalement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final'ment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prononcer chaque « e » écrit, en quatre morceaux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laisser tomber ceux du milieu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« ra-pi-de-ment » se comprend très bien, mais sonne appliqué et ralentit tout. Personne ne parle comme ça, et surtout pas dans une annonce de trente secondes. Le vrai coût n'est pas à la production : c'est à l'écoute, où l'on cherche un mot en quatre morceaux qui n'en fait que trois.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l'entend, ou il est avalé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classez-le.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seulement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devant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gratuitement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autrement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rapidement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tenir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l'entend, ou il est avalé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 - d au début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seulement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avalé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devant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 - d au début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gratuitement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avalé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autrement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 - deux consonnes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rapidement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avalé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tenir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 - t au début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avalé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Écouter une fin d'annonce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Ce qu'on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Offre valable sur adhésion de douze mois.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Ce qu'on entend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Offre valable sur adhésion de douze mois, dit deux fois plus vite.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Ce qui saute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« e » du milieu, et les syllabes faibles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3B49A0"/>
                </a:solidFill>
                <a:latin typeface="Verdana"/>
              </a:rPr>
              <a:t>Ce qui reste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chiffres, toujours — douze, soixante, quatre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une annonce à la radio et notez un seul chiffre entendu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montant, une durée, un pourcentage.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aussi ce que vous n'avez pas compris.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