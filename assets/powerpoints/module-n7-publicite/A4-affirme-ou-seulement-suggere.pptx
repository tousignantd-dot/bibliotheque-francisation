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A, et la plus importante des quatre. Si le groupe ne repart qu'avec une chose, que ce soit celle-ci.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évite le contresens le plus fréquent : les élèves concluent volontiers que la publicité est illégale. Elle ne l'est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buter sur la quatrième question : on ne peut rien reprocher, parce que rien n'a été affirmé. C'est là que la séance commence vraiment.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question se pose à voix haute et elle se pose vite : c'est un réflexe, pas une analyse.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mot « vide » est celui à retenir : il évite l'indignation et permet l'analyse.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mots seulement, et ils reviennent dans toutes les annonces du module. Les faire noter tels quels : ce sont des signaux d'alarme.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`prDit` du module. Le huitième surprend : « plus de vingt » est un chiffre, pas un comparatif tronqué. Prendre le temps de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rigueur. Un élève qui dit « c'est de la fraude » se fera répondre non, et perdra sa cause. Le module lui donne les mots justes.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classement. La consigne « c'est une réponse » compte : beaucoup d'annonces n'affirment strictement rien, et le constater est l'apprentissage.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Affirmé, ou seulement suggéré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annonce contient deux sortes de phrases : celles qui engagent leur auteur devant la loi, et celles qui ne l'engagent à rien. Tout le module tient dans cette différence.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que la publicité ne dit pas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séparer une affirmation vérifiable d'une simple suggestion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à toute annonce la question qui tranche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trois mots qui annoncent une suggestion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une suggestion n'est pas illégale, mais vide.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vous promet, au juste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Notre matelas est garanti dix ans. » Que promet-on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Vos nuits valent mieux que ça. » Que promet-on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la première phrase était fausse, que pourriez-vous reprocher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la seconde était fausse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TEST TIENT EN UNE QUESTION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je pourrais reprocher si ce n'était pas vrai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 vous trouvez quelque chose à reprocher — un prix, une durée, une quantité, un rang —, l'annonceur s'est engagé. Si vous ne trouvez rien, c'est que rien ne vous a été promis.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sortes de phrases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ARRIVE SI C'EST FAUX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Elle affirme un fait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représentation trompeuse, et un recours existe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Elle donne une impression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rien : il n'y a rien à contredire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Elle chiffre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peut aller vérifier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Elle compare sans dire à quoi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ne peut pas vérifier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deuxième n'est pas illégale. Elle est vide, ce qui est différent.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Les trois mots qui annoncent une suggestion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pourrait, pourraient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10417759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possibilité, jamais une promesse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8879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3563112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jusqu'à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77639"/>
            <a:ext cx="10417759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limite haute, donnée pour le cas ordinaire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76707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5041391"/>
            <a:ext cx="10417759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plus, sans deuxième terme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455920"/>
            <a:ext cx="10417759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comparatif que vous complétez vous-même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Affirmé, ou suggéré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Classez chaque phrase d'annonce.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Nos entraîneurs pourraient vous faire découvrir un corps que vous ne connaissez pas.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734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3748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plus grand centre de la Rivière-du-Nord.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6130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2531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environnement plus chaleureux.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1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3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59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Frais d'adhésion de soixante dollars applicables.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Jusqu'à quarante pour cent de rabais sur les matelas sélectionnés.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ne reste que trois jours à notre vente d'entrepôt.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51560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6126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6766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67105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Parce que vos nuits valent mieux que ça.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720344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3004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3644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35888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Plus de vingt appareils neufs.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Affirmé, ou suggéré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611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251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Nos entraîneurs pourraient vous faire découvrir un corps que vous ne connaissez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suggéré - le conditionnel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76447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734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3748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23189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plus grand centre de la Rivière-du-Nord.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affirmé - un rang se vérifie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6130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2531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environnement plus chaleureux.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suggéré - plus que quoi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52111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3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07559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Frais d'adhésion de soixante dollars applicables.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affirmé - un montant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3994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3697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0097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9539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Jusqu'à quarante pour cent de rabais sur les matelas sélectionnés.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suggéré - la limite haute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2777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9248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9888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98322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ne reste que trois jours à notre vente d'entrepôt.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affirmé - une durée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51560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6126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6766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67105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Parce que vos nuits valent mieux que ça.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suggéré - rien de vérifiable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720344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3004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3644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35888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Plus de vingt appareils neufs.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affirmé - une quantité chiffrée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ils mentent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ils me laissent conclure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annonceur qui écrit « prenez soin de vous » ne ment pas : il ne dit rien. Ce qu'on peut lui reprocher, c'est d'avoir placé cette phrase là où vous cherchiez un prix. La différence n'est pas morale, elle est pratique : on ne se plaint pas de la même façon d'un mensonge et d'un silence.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la publicité ne dit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Reprenez l'annonce que vous avez notée en A1 : que promet-elle vraiment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une phrase affirmée et une phrase suggérée.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S'il n'y a aucune phrase affirmée, écrivez-le : c'est une réponse.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Ce que la publicité ne dit pas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