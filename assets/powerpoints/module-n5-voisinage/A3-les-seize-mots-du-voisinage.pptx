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Elle vient en troisième position parce que les mots ont d'abord été entendus dans le dialogue de A1 : on nomme ce qu'on a déjà rencontré, jamais l'inverse.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plus important et le moins spectaculaire. L'article fait partie du mot : « un hangar », jamais « hangar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Distinguer « un voisin », qui est une personne, et « le voisinage », qui est l'ensemble et le lien. Rappeler qu'on dit « dans la ruelle », jamais « sur la ruelle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Un empêchement » est le mot le plus utile de la liste : il permet de refuser sans raconter sa vie. « J'ai un empêchement ce jour-là » est une phrase complète et suffisante.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Un mot » est piégeant : c'est le même mot que « un mot de vocabulaire ». Donner les deux emplois dans la même minute pour que la confusion se règle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Félicitations » prend toujours un s, et on félicite « pour » quelque chose. L'écrire au tableau : c'est l'erreur écrite la plus fréquente du défi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Projeter, faire décrire à l'oral, puis ouvrir l'exercice prImg dans l'activité : les six photos s'y glissent sur leur phrase. La description orale doit venir avant la manipulation.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prMots dans l'activité interactive. Le faire d'abord à l'oral, collectivement, puis laisser les élèves le refaire seuls sur les postes.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c'est le conseil de vocabulaire qui rapporte le plus sur trois ans. Les cartes mémoire du module donnent toujours l'article.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Les phrases des élèves sur leur propre immeuble serviront d'exemples en A4 et en B2.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seize mots du voisinage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programme ne fournit aucun lexique pour cette situation. Les seize mots de ce module viennent donc des savoirs du niveau et de la vie réelle d'un immeuble montréalais : la ruelle, le hangar, le répondeur, les félicitations.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La ruelle en fête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lieux d'un immeuble et d'une ruelle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ce qui entoure une invitation : le plat, la date, l'empêchement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objets du téléphone et du message écrit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chaque mot avec son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L'immeuble et la ruelle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33448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ruelle verte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1490" y="2121408"/>
            <a:ext cx="771751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passage derrière les immeubles, planté et entretenu par les gens qui habitent autour.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33448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hangar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490" y="3106674"/>
            <a:ext cx="771751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petite construction de bois, au fond de la cour, où l'on range ce qui ne va pas dans le logement.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33448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corvée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1490" y="4091939"/>
            <a:ext cx="771751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travail que plusieurs personnes font ensemble, la même journée, pour un endroit commun.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33448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voisinage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1490" y="5077205"/>
            <a:ext cx="771751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L'ensemble des gens qui habitent tout près de chez soi.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L'invitation et la réponse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63242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invitation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39432" y="2121408"/>
            <a:ext cx="741957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proposition de venir quelque part, à une date et à une heure données.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63242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plat à partager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9432" y="3106674"/>
            <a:ext cx="741957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prépare en grande quantité pour le mettre au milieu de la table.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63242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reporter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9432" y="4091939"/>
            <a:ext cx="741957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Déplacer une chose prévue à une date plus tard.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63242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empêchement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39432" y="5077205"/>
            <a:ext cx="741957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vous oblige à dire non alors que vous auriez voulu dire oui.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téléphone et le mot 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00577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répondeur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2782" y="2121408"/>
            <a:ext cx="804622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L'appareil ou le service qui enregistre les appels quand personne ne décroche.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00577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2782" y="3106674"/>
            <a:ext cx="804622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papier écrit à la main qu'on laisse pour informer quelqu'un.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00577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prévenir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2782" y="4091939"/>
            <a:ext cx="804622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Dire une chose à l'avance à quelqu'un, pour qu'il puisse s'organiser.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00577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arroser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2782" y="5077205"/>
            <a:ext cx="804622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Donner de l'eau à une plante ou à un jardin.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nouvelles et les félicitations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32800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des félicitations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5013" y="2121408"/>
            <a:ext cx="772399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paroles qu'on dit à quelqu'un à qui il arrive une bonne chose.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32800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citoyenneté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5013" y="3106674"/>
            <a:ext cx="772399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fait de devenir officiellement citoyen d'un pays, avec un certificat.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32800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cérémonie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5013" y="4091939"/>
            <a:ext cx="772399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rencontre officielle, avec des discours, pour marquer un moment important.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32800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fêter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5013" y="5077205"/>
            <a:ext cx="772399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Marquer une bonne nouvelle en se réunissant, autour d'un repas ou d'un café.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Six lieux, six phrases. Lequel va avec laquelle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oites-lett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rangée de boîtes aux lettres dans une petite entrée.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balcon d'en arrière avec deux chaises et des pots de fleurs.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papier retenu par un aimant sur la porte d'un réfrigérateur.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bac brun sorti sur le trottoir un jour de collecte.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Chaque chose à son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mot juste, sans article.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tables de la fête sont montées dans la ___ 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range ses pots et sa pelle dans le ___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restes de table vont dans le bac ___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Six logements sur douze sont venus à la ___ de printemps.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trois ans, elle n'avait parlé à personne du ___ 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 ___ extérieur en colimaçon donne sur la rue.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Chaque chose à son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tables de la fête sont montées dans la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ruelle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range ses pots et sa pelle dans le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hangar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restes de table vont dans le bac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brun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Six logements sur douze sont venus à la ___ de printemps.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corvée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trois ans, elle n'avait parlé à personne du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voisinage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 ___ extérieur en colimaçon donne sur la rue.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escalier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OUBLIER L'ARTICLE EN APPRENANT LE 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hangar, ruelle, répondeur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hangar, une ruelle, un répondeur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L'article porte le genre, et le genre décide de tout ce qui suit : « ce hangar », « cette ruelle ». Un mot appris sans article est un mot à réapprendre.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trois mots de la séance et écrivez une phrase avec chacun.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qui parle de votre immeuble, pas de celui de Marisol.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l'article avant de remettre votre billet.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La ruelle en fête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