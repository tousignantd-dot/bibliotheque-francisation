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Demander d'abord au groupe : quand on vous invite quelque part, qu'est-ce que vous voulez savoir avant de dire oui ? Noter les réponses au tableau. Les cinq questions de la séance en sortent presque toujours, sauf la dernière — celle de la pluie.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une compétence d'écoute pure : on entend « le samedi 7 juin, de midi à quatre heures » une seule fois. Faire écouter deux fois, pas plus, pour que l'exercice reste réaliste.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noter au tableau la date, l'heure et le lieu au fur et à mesure de l'écoute : c'est exactement le geste que l'élève devra faire au défi 2 avec le répondeur. La question « et s'il pleut ? » surprend souvent : elle est pourtant si banale qu'elle ne dérange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question de Marisol est celle que personne ne pense à poser. Un plat pour six ne se prépare pas comme un plat pour vingt : la question est pratique, pas polie.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la structure de l'acceptation : le oui, le plaisir, la raison, puis ce qu'elle apportera. C'est le modèle travaillé en B2. Faire remarquer aussi que la raison est vraie et un peu fragile : c'est ce qui la rend touchante, et Réjean y répond.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cinq questions se retrouvent dans le jeu de rôle de la séance E1 : l'assistant ne donne aucune de ces informations tant qu'on ne les demande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remplir la colonne de droite de mémoire, sans réécouter. Ceux qui ont noté pendant l'écoute réussissent ; les autres comprennent pourquoi on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sont correctes. La troisième est celle du niveau 5 : poser une question à l'intérieur d'une phrase demande de renoncer à l'inversion — « quand c'est », et non « quand est-ce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t1a de l'activité. La sixième est celle qui piège : on entend « vingt-deux » dans le dialogue, mais c'est le nombre d'invités, pas la taille du plat. Bel exemple d'écoute qui demande de comprendre, pas seulement d'entendre.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questions serviront de matière au jeu de rôle de E1 : les meilleures peuvent être affichées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Le samedi 7 juin, de midi à quatre heures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Marisol a réfléchi. Avant de répondre, elle pose cinq questions : quand, où, à quelle heure, quoi apporter, et ce qui arrive s'il pleut. Ce sont les cinq questions qui manquent presque toujours.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La ruelle en fête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invitation donnée oralement, avec ses détails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les cinq questions qui manquent avant de répondre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une date, une heure et un lieu dans un échange rapide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on demande ce qu'il faut apporter.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Quand, où, et s'il pleut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Monsieur Deslauriers ! J'ai réfléchi à votre fête. D'abord, je voudrais savoir quand c'est exactement.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409696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samedi 7 juin, de midi à quatre heures. Dans la ruelle, derrière le hangar.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3222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49681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449681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s'il pleut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46116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1161" y="5246116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reporte au dimanche. Je glisse un papier sous chaque porte le matin même.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plat pour combien de personnes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faut apporter quelque chose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plat à partager, et votre chaise. Les tables, on les 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4005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plat pour combien de personnes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1498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Faites-en pour six ou sept. On était vingt-deux l'année passée.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oui, et une raison vraie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c'est oui. J'accepte avec plaisir, parce que ça fait trois ans que je monte cet escalier sans connaître personne.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RÉJEAN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98907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me fait plaisir de vous entendre dire ça.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31161" y="373837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faire des empanadas. Ma mère m'a montré, et je n'en ai jamais fait pour vingt personnes.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CINQ QUESTIONS AVANT DE RÉPONDRE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Quand, à quelle heure, où, quoi apporter, et ce qui arrive s'il pleut.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Personne ne trouve ces questions impolies. Celui qui invite a rarement pensé à tout dire, et il est content qu'on lui demande : ça veut dire qu'on viendra.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QU'ON RETIENT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renseignements de la fête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RÉPONSE DE RÉJEAN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Quel jour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samedi 7 juin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quelle heure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De midi à quatre heures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Dans la ruelle, derrière le hangar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Quoi apporter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plat à partager et sa chaise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Et s'il pleut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Reporté au dimanche, un papier sous la porte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POSER LA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Quatre formules, de la plus simple à la plus soignée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plus courte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quel jour ? Il faut apporter quelque chose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Avec « est-ce que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qu'il faut apporter quelque chose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En annonçant la question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voudrais savoir quand c'est exactement.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La question qui rassure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Et s'il pleut, qu'est-ce qui arrive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fête a lieu le samedi 7 juin.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dure de midi à quatre heures.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S'il pleut, la fête est annulée.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apporter un plat et sa chaise.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tables sont fournies.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doit faire un plat pour vingt personnes.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Madame Faye refuse parce qu'elle travaille.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fête a lieu le samedi 7 juin.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dure de midi à quatre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S'il pleut, la fête est annulée.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est reportée au dimanche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apporter un plat et sa chaise.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tables sont fournies.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Marisol doit faire un plat pour vingt personnes.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pour six ou sept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Madame Faye refuse parce qu'elle travaille.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La ruelle en fête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Vous êtes invité à une fête chez un voisin. Écrivez vos trois questions.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questions différentes, chacune sur une ligne.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Relisez-les : est-ce qu'on peut y répondre par oui ou par non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La ruelle en fête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