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le groupe a fait le module « Le travail par écrit », annoncer tout de suite qu'il faudra désapprendre la moitié de ce qui y a été appris. Sinon, commencer par faire écouter deux messages d'accueil inventés — un trop long, un trop bavard — et demander ce qui cloche.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plus important et le moins linguistique : c'est une question de sécurité personnelle.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faire répéter en chœur : c'est un texte que chacun réenregistrera chez lui le soir même. Faire remarquer le futur simple de « je vous rappellerai », vu en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dramatiser, mais ne pas édulcorer : ces quatre erreurs sont fréquentes et faciles à corriger. La deuxième est celle qui surprend le plus, parce qu'elle part d'une bonne intention.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tableau répond à une question réelle : beaucoup d'élèves ont un seul modèle en tête et l'appliquent partout. Faire dire les deux versions à voix haute, l'une après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t2acc de l'activité. La dernière fait rire, et elle sert : un message d'accueil trop long se fait raccrocher au nez, et la personne qui rappelle deux fois se 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lien explicite avec le dialogue de C1 : Ndeye annonce son voyage à une personne, pas à tout le monde. C'est la bonne façon.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piège annonce la séance E1 : c'est la première phrase de la production orale, et celle qui décide si on sera rappelé.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et corriger : ce billet devient le brouillon de la production orale. Demander à la séance suivante qui l'a réellement enregistré.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Le répondeur de la maison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travail, un message d'accueil parle au nom de l'employeur. Chez soi, c'est l'inverse : le message est court, il ne nomme presque rien, et sa qualité se mesure à ce qu'il ne dit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La ruelle en fête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enregistrer un message d'accueil personnel en quatre phrases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qu'un message d'accueil ne doit jamais contenir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 message du bureau et celui de la maison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la durée : quinze à vingt secondes.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PHRASES, ET RIEN DE PLUS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repère, l'absence sans sa raison, la demande de message, le merci.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Bonjour, vous avez bien rejoint le 514 555-0112. Je ne peux pas vous répondre pour le moment. Laissez-moi un message et je vous rappellerai. Merci.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QU'ON NE MET JAMAIS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erreurs, et pourquoi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Votre adresse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message d'accueil s'écoute par n'importe qui, y compris au hasard.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Vos dates d'absence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Dire qu'on part jusqu'au 20 juillet revient à l'afficher sur sa porte.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Vos horaires de travail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 disent à quelles heures le logement est vide.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prénom des enfants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information qui ne sert à personne, sauf à qui vous voulez tromper.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RÉPONDEURS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même appareil, deux métiers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 BUREAU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LA MAISON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nomme l'organisation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On donne le numéro, ou rien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nomme son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On ne nomme pas son 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donne une autre ressource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On ne donne rien d'autre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Vouvoiement obligatoire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Vouvoiement, mais chaleureux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7274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85546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Trente secondes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85546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Quinze à vingt secondes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JUGEMENT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le met, ou on ne le met pas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Vous enregistrez le message de votre téléphone, à la maison.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de téléphone, dit lentement.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adresse complète, avec le numéro d'appartement.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ne peux pas vous répondre pour le moment.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suis en voyage jusqu'au 20 juillet.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Laissez-moi un message et je vous rappellerai.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Vos heures de travail, jour par jour.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chanson de trente secondes avant le bip.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le met, ou on ne le met pas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de téléphone, dit lentement.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le met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adresse complète, avec le numéro d'appartement.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ne le met pas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ne peux pas vous répondre pour le moment.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le met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suis en voyage jusqu'au 20 juillet.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ne le met pas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Laissez-moi un message et je vous rappellerai.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le met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Vos heures de travail, jour par jour.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ne le met pas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chanson de trente secondes avant le bip.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ne le met pas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ANNONCER SON VOYAGE SUR SON MESSAGE D'ACCUEIL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suis à l'extérieur jusqu'au 20 juillet.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ne peux pas vous répondre pour le moment.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Prévenez directement les personnes concernées — comme le fait madame Faye dans son message, à une voisine — et laissez votre message d'accueil habituel pendant votre absence.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DIRE « C'EST MOI » EN LAISSANT UN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Allô, c'est moi, rappelle-moi.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Bonsoir madame Vergara, c'est Ndeye Faye, du troisième.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Sur un répondeur, personne n'est « moi ». Donnez votre nom au complet et un repère, même à quelqu'un que vous connaissez bien.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 message d'accueil que vous enregistrerez ce soir.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Quatre phrases. Comptez-les avant de remettre votre billet.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Relisez : est-ce qu'une personne inconnue apprend quelque chose sur vous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La ruelle en fête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