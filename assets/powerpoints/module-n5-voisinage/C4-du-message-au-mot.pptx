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la plus exigeante du module, et celle qui répond exactement à une intention du programme : rédiger un mot avec les notes prises en écoutant un message téléphonique. Prévoir de finir par l'écriture, pas par la grammaire.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le plus contre-intuitif : après « elle demande quand », la phrase redevient une phrase ordinaire.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Les quatre transformations couvrent tout ce qu'un message de voisinage peut contenir.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la troisième ligne : l'inversion disparaît. On n'écrit jamais « elle demande quand partez-vous ». C'est l'erreur la plus fréquente et la plus facile à corriger.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carte est celle qui demande la relecture : faire chercher les « je » oubliés dans un mot rapporté est un réflexe qui s'installe vite et qui règle presque 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t2rap de l'activité. Faire dire la phrase entière à voix haute après chaque réponse : l'oreille attrape les « je » restés en place mieux que l'œil.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le mot individuellement, sur papier, avant d'ouvrir l'exercice t2note. Ramasser deux ou trois versions et les lire à voix haute : le groupe repère tout de suite ce qui manque.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t2note de l'activité. Faire remarquer que les dates de l'appel et les dates de la demande sont deux choses différentes : les mélanger est l'erreur classique, et elle rend le mot inutilisable.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les deux versions : la mauvaise s'entend mal, ce qui aide plus que la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bloc C. Le test par le voisin de table est le test de Réjean, rendu concret. C'est la meilleure façon de terminer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C4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« Du message au mot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Écouter un message est une chose. Le redire à quelqu'un d'autre en est une autre : il faut changer les personnes, changer l'ordre des mots dans les questions, jeter les bonjours et garder les chiffres.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La ruelle en fête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rapporter une affirmation avec « dit que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rapporter une question fermée avec « demande si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rapporter une question ouverte sans inversion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 mot de six lignes qu'un autre peut exécuter.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QUATRE TRANSFORMATIONS, ET RIEN D'AUTRE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897632"/>
          </a:xfrm>
          <a:prstGeom prst="roundRect">
            <a:avLst>
              <a:gd name="adj" fmla="val 5049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2074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Une affirmation devient « dit que ». Une question fermée devient « demande si ». Une question ouverte garde son mot. Un ordre devient « de » plus l'infinitif.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39724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67156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ne peux pas venir » donne : elle dit qu'elle ne peut pas venir. · « Est-ce que vous êtes libre ? » donne : elle demande si vous êtes libre. · « Rappelez-moi » donne : elle demande de la rappeler.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CE QUI 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message entendu, et le mot écrit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941064"/>
          </a:xfrm>
          <a:prstGeom prst="roundRect">
            <a:avLst>
              <a:gd name="adj" fmla="val 371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ENTEND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ne peux pas venir.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Elle dit qu'elle ne peut pas venir.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Est-ce que vous êtes libre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Elle demande si vous êtes libre.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Quand est-ce que vous partez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Elle demande quand vous partez.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Rappelez-moi après trois heures.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Elle demande de la rappeler.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5029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515721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N'appelez pas le matin.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515721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Elle demande de ne pas appeler le matin.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CE QUI DISPARAÎT, CE QUI RESTE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mot garde les faits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Ce qui disparaît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bonjour, les excusez-moi, les euh, les répétitions.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Ce qui reste toujours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Qui, quand, quoi, les dates, et le numéro.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Ce qui change de personne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je » devient « elle », « mon » devient « son », « chez moi » devient « chez elle 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test de Réjean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 quelqu'un d'autre lit ce papier, est-ce qu'il comprend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Rapportez ce que vous avez entendu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seulement le mot qui manque.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ne peux pas venir. » Elle dit ___ elle ne peut pas venir.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Est-ce que vous êtes libre ? » Elle demande ___ vous êtes libre.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Quand est-ce que vous partez ? » Elle demande ___ vous partez.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Rappelez-moi. » Elle demande ___ la rappeler.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Qui va arroser les plantes ? » Elle demande ___ va arroser.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N'appelez pas le matin. » Elle demande de ___ pas appeler.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Rapportez ce que vous avez entendu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ne peux pas venir. » Elle dit ___ elle ne peut pas venir.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Est-ce que vous êtes libre ? » Elle demande ___ vous êtes libre.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Quand est-ce que vous partez ? » Elle demande ___ vous partez.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quand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Rappelez-moi. » Elle demande ___ la rappeler.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Qui va arroser les plantes ? » Elle demande ___ va arroser.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N'appelez pas le matin. » Elle demande de ___ pas appeler.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Le mot que Marisol laisse sur la table. Six lignes, et tout doit y être.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mot-sur-fri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a appelé : le nom au complet, et l'étage.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Quand : le jour et l'heure de l'appel.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qu'elle demande, et pour quelles dates.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numéro, et le moment où l'on peut rappeler.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sur la table de la cuisine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à partir du message entendu en C1.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Qui a appelé : Ndeye ___ , la voisine du 3e.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: message reçu ___ soir, vers 19 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qu'elle demande : quelqu'un pour ___ ses plantes.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Dates : du 10 ___ 20 juillet.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Rappeler au 514 555- ___ 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rappeler : après ___ heures, pas avant.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sur la table de la cuisine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Qui a appelé : Ndeye ___ , la voisine du 3e.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Faye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: message reçu ___ soir, vers 19 h.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mardi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qu'elle demande : quelqu'un pour ___ ses plantes.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arroser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Dates : du 10 ___ 20 juillet.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Rappeler au 514 555-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0148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rappeler : après ___ heures, pas avant.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trois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GARDER « EST-CE QUE » EN RAPPORTANT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Elle demande est-ce que vous êtes libre.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Elle demande si vous êtes libre.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Est-ce que » n'existe que dans la question directe. Rapporté, il devient « si ».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un mot de six lignes à partir d'un message que vous avez vraiment reçu.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Qui, quand, quoi, les dates, le numéro, le moment où rappeler.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Faites lire votre mot par votre voisin de table : comprend-il tout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La ruelle en fête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