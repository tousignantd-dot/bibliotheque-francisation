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clôture. Prévoir trois temps : l'écriture du courriel, la révision du vocabulaire par les cartes mémoire, puis l'autoévaluation. Ne pas sacrifier le troisième : c'est lui qui dit à l'élève ce qu'il a gagné en quatre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endroit du module où l'accord de « quel » se voit vraiment. Le rappeler avant l'écriture,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l'écriture. Les cinq mouvements sont les six exigences cochables de la carte de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 courriel en suivant le tableau ligne par ligne, la première fois. Les élèves rapides peuvent ensuite en écrire un second sans le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est la plus transférable : elle vaut pour tous les récits, à l'oral comme à l'écrit. Un détail concret fait voir la scène ; un adjectif ne fait rien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points sont exactement ceux de la carte de production écrite de l'activité. Faire cocher avant de demander la correction assistée : l'élève corrige d'abord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des seize mots, choisis parce qu'ils reviendront dans la vie de l'élève dès la semaine prochaine. Renvoyer aux cartes mémoire pour les douze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sont l'essentiel du module en quatre lignes. Les faire recopier dans le cahier : ce sont celles qui serviront dès le lendemain.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piège du module, et le plus facile à corriger. Faire ajouter une question à tous les courriels qui n'en ont pas avant de les envoyer.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Ramasser les billets et y revenir la semaine suivante : demander qui l'a fait. C'est la seule évaluation qui compte vraiment pour un module de relations sociales.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Des nouvelles de la ruelle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séance. Un courriel de six à neuf phrases à une personne du cours : ce qui est arrivé, comment c'était, une félicitation, ce que vous ferez cet été, et une question ouverte pour qu'elle réponde.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bref courriel qui donne des nouvelles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au passé composé et à l'imparfait dans le même texte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féliciter quelqu'un par écrit, avec l'accord de « quel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CINQ MOUVEMENTS DANS UN COURRIEL DE NOUVELLES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48306"/>
          </a:xfrm>
          <a:prstGeom prst="roundRect">
            <a:avLst>
              <a:gd name="adj" fmla="val 5975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25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L'objet · la salutation · les nouvelles au passé · ce qui vient ensuite au futur · la question ouverte et la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4792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2224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objet vide fait passer le courriel pour une publicité. Et c'est la question finale qui décide s'il y aura une réponse : sans elle, votre courriel se lit comme une carte postale.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chaque phrase doit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575304"/>
          </a:xfrm>
          <a:prstGeom prst="roundRect">
            <a:avLst>
              <a:gd name="adj" fmla="val 409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SON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Objet : Des nouvelles de la ruelle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Annoncer, pas raconter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Bonjour Amina,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Une ligne, pas trois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Samedi, je suis allée à la fête.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Un événement, au passé composé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y avait vingt-deux personnes.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 décor, à l'imparfait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Quelle belle nouvelle pour toi 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La félicitation, accordée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7137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84174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Et toi, comment va ton emploi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484174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La question qui appelle une réponse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TROIS DÉTAILS QUI CHANGENT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Ce qui distingue un courriel qui reçoit une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décor, pas une appréciation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y avait vingt-deux personnes » vaut mieux que « c'était le fun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félicitation seule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vit une phrase entière avant qu'on passe à autre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question ouverte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Comment se passe ton emploi ? », pas « ça va bien ?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prénom, et le lien : ta voisine de cours, du mardi.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d'envoyer votre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choses à vérifier,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 dit-il de quoi il s'agit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deux phrases au passé composé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phrase à l'imparfait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félicitation est-elle accordée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phrase au futur simple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courriel finit-il par une question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d'envoyer votre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 dit-il de quoi il s'agit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on ne l'ouvre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deux phrases au passé composé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événements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phrase à l'imparfait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 : qui, combien, comment c'était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félicitation est-elle accordée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quel, quelle, quels, quelles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phrase au futur simple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 vous ferez cet été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courriel finit-il par une question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elle qui appelle la réponse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à emporter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239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ruelle 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942" y="2121408"/>
            <a:ext cx="75280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passage derrière les immeubles, planté et entretenu par les voisins.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239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empêchement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942" y="3106674"/>
            <a:ext cx="75280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vous oblige à dire non alors que vous auriez voulu dire oui.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239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répondeur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942" y="4091939"/>
            <a:ext cx="75280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qui enregistre les appels quand personne ne décroche.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239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942" y="5077205"/>
            <a:ext cx="752806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papier écrit à la main qu'on laisse pour informer quelqu'un.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phrases à emporter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Merci de l'invitation, mais...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refus commence toujours par le merci.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Est-ce que je peux vous répondre d'ici jeudi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3106674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délai porte une date.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Quelle bonne nouvelle ! Félicitations 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4091939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réaction vient avant la question.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C'est Marisol Vergara, votre voisine du deuxième.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5077205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première phrase d'un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TERMINER UN COURRIEL SANS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Voilà les nouvelles. À bientôt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Et toi, comment se passe ton nouvel emploi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question, votre courriel se lit comme une carte postale : agréable, et sans suite. La question ouverte est ce qui transforme un message en conversation.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chose que vous ferez cette semaine grâce à ce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concrète : un bonjour, un message, un mot laissé sur une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à qui, et quel jour.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