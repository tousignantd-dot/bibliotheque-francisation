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écrire les trois phrases du chapeau au tableau et les lire à voix haute, très sérieusement. Le groupe rit : c'est le meilleur point de départ possible pour cette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objectifs sont un seul apprentissage vu sous quatre angles. Le test de la préposition, donné plus bas, les réunit.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le seul contenu vraiment nécessaire de la séance. Tout le reste en découle. La faire recopier telle quelle dans les cahiers.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couvrir la colonne de droite et la reconstituer oralement, ligne par ligne. Puis faire l'inverse : donner la phrase courte et faire retrouver ce que le pronom remplace.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celle qui se voit à l'écrit et qui coûte des points partout. L'écrire au tableau en deux couleurs si possible : leur / 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apprendre les deux derniers exemples ensemble : « rappelez-moi » et « ne me rappelez pas ». Le pronom saute d'un côté à l'autre du verbe, et c'est ce saut qu'il faut sentir.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t2pron de l'activité. Pour chaque item, faire nommer la préposition avant de donner le pronom : c'est la démarche qu'on veut installer, pas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le contre-exemple qui trompe : « je pense à mon voyage, j'y pense ». La même préposition, deux pronoms différents, selon que c'est une chose ou une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erreurs de « leur / leurs » se comptent facilement et disent s'il faut y revenir en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Ne pas tout répéter : le, lui, y, 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appelé madame Faye. J'ai laissé un message à madame Faye. Je vais rappeler madame Faye. » C'est clair, et ce n'est plus du français au bout de trois phrases. Le programme appelle ça la reprise de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direct par le, la ou 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une personne annoncée par « à » par lui ou leur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y pour un lieu et en pour une quantité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devant le verbe, sauf à l'impératif affirmatif.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TEST DE LA PRÉPOSITION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Regardez ce qu'il y a devant le complément : c'est lui qui choisit le pronom.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devant : le, la, les. · « à » plus une personne : lui, leur. · « à » plus une chose ou un lieu : y. · « de » ou une quantité : 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EXEMPLES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longue, et la phrase courte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RÉPÈTE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REPREND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J'écoute le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l'écoute.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laisse un message à Ndeye.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lui laisse un message.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J'écris aux voisins du deuxième.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leur écris.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à la fête de la ruelle.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J'y vais.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330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58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fais des empanadas.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458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J'en fais.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CONFUSIONS À RÉGLER TOUT DE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reviennent chaque année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y ne remplace jamais une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pense à ma sœur donne « je pense à elle », jamais « j'y pense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leur pronom ne prend jamais de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leur écris. Mais : leurs enfants, avec un s, est un déterminant.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en garde le 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de deux plaques donne « j'en ai besoin de deux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devient l' devant une voyelle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J'écoute le message donne « je l'écoute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DEVANT LE VERBE,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Sauf à l'impératif affirmatif, où le pronom passe derrière avec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lui téléphone. · Je vais lui téléphoner. · Téléphone-lui ! · Ne lui téléphone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ce qui se répète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seulement le pronom.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J'écoute le message. Je ___ écoute.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laisse un message à madame Faye. Je ___ laisse un message.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aux voisins du deuxième. Je ___ écris.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à la fête de la ruelle. J' ___ vais.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fait des empanadas. Elle ___ fait.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J'arrose les plantes du troisième. Je ___ arrose.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pense à son voyage au Sénégal. Elle ___ pense.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ce qui se répète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J'écoute le message. Je ___ écoute.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laisse un message à madame Faye. Je ___ laisse un message.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aux voisins du deuxième. Je ___ écris.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à la fête de la ruelle. J' ___ vais.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fait des empanadas. Elle ___ fait.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J'arrose les plantes du troisième. Je ___ arrose.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pense à son voyage au Sénégal. Elle ___ pense.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« Y » POUR UNE PERSONNE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pense à ma sœur, donc j'y pense.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pense à 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une personne, on garde la préposition et le pronom fort. « Y » ne remplace jamais quelqu'un.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de votre semaine, puis récrivez-les avec un pronom.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le, la ou les. Une avec lui ou leur. Une avec y ou 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Six lignes en tout : la phrase longue, puis la phrase courte.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