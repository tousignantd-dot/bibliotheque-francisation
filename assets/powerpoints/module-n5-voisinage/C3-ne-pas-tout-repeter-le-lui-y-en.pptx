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Commencer par écrire les trois phrases du chapeau au tableau et les lire à voix haute, très sérieusement. Le groupe rit : c'est le meilleur point de départ possible pour cette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quatre objectifs sont un seul apprentissage vu sous quatre angles. Le test de la préposition, donné plus bas, les réunit.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photographier, et le seul contenu vraiment nécessaire de la séance. Tout le reste en découle. La faire recopier telle quelle dans les cahiers.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couvrir la colonne de droite et la reconstituer oralement, ligne par ligne. Puis faire l'inverse : donner la phrase courte et faire retrouver ce que le pronom remplace.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carte est celle qui se voit à l'écrit et qui coûte des points partout. L'écrire au tableau en deux couleurs si possible : leur / leurs.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apprendre les deux derniers exemples ensemble : « rappelez-moi » et « ne me rappelez pas ». Le pronom saute d'un côté à l'autre du verbe, et c'est ce saut qu'il faut sentir.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t2pron de l'activité. Pour chaque item, faire nommer la préposition avant de donner le pronom : c'est la démarche qu'on veut installer, pas la réponse.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Donner le contre-exemple qui trompe : « je pense à mon voyage, j'y pense ». La même préposition, deux pronoms différents, selon que c'est une chose ou une personne.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Les erreurs de « leur / leurs » se comptent facilement et disent s'il faut y revenir en C4.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C3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Ne pas tout répéter : le, lui, y, 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213156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J'ai appelé madame Faye. J'ai laissé un message à madame Faye. Je vais rappeler madame Faye. » C'est clair, et ce n'est plus du français au bout de trois phrases. Le programme appelle ça la reprise de l'information.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La ruelle en fête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remplacer un complément direct par le, la ou les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remplacer une personne annoncée par « à » par lui ou leur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y pour un lieu et en pour une quantité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placer le pronom devant le verbe, sauf à l'impératif affirmatif.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TEST DE LA PRÉPOSITION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Regardez ce qu'il y a devant le complément : c'est lui qui choisit le pronom.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Rien devant : le, la, les. · « à » plus une personne : lui, leur. · « à » plus une chose ou un lieu : y. · « de » ou une quantité : 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QUATRE EXEMPLES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phrase longue, et la phrase courte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42816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RÉPÈTE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REPREND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J'écoute le message.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Je l'écoute.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laisse un message à Ndeye.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Je lui laisse un message.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J'écris aux voisins du deuxième.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Je leur écris.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489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617720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vais à la fête de la ruelle.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617720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J'y vais.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5330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5458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fais des empanadas.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5458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J'en fais.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DEUX CONFUSIONS À RÉGLER TOUT DE SUITE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Elles reviennent chaque année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y ne remplace jamais une personne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pense à ma sœur donne « je pense à elle », jamais « j'y pense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leur pronom ne prend jamais de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leur écris. Mais : leurs enfants, avec un s, est un déterminant.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en garde le nombre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J'ai besoin de deux plaques donne « j'en ai besoin de deux 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 devient l' devant une voyelle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J'écoute le message donne « je l'écoute ».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DEVANT LE VERBE, TOUJOURS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Sauf à l'impératif affirmatif, où le pronom passe derrière avec un trait d'union.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Je lui téléphone. · Je vais lui téléphoner. · Téléphone-lui ! · Ne lui téléphone pas.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Remplacez ce qui se répète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seulement le pronom.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J'écoute le message. Je ___ écoute.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laisse un message à madame Faye. Je ___ laisse un message.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J'écris aux voisins du deuxième. Je ___ écris.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vais à la fête de la ruelle. J' ___ vais.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fait des empanadas. Elle ___ fait.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J'arrose les plantes du troisième. Je ___ arrose.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pense à son voyage au Sénégal. Elle ___ pense.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Remplacez ce qui se répète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J'écoute le message. Je ___ écoute.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laisse un message à madame Faye. Je ___ laisse un message.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lui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J'écris aux voisins du deuxième. Je ___ écris.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leur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vais à la fête de la ruelle. J' ___ vais.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fait des empanadas. Elle ___ fait.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J'arrose les plantes du troisième. Je ___ arrose.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pense à son voyage au Sénégal. Elle ___ pense.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EMPLOYER « Y » POUR UNE PERSONNE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pense à ma sœur, donc j'y pense.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pense à elle.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Pour une personne, on garde la préposition et le pronom fort. « Y » ne remplace jamais quelqu'un.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phrases de votre semaine, puis récrivez-les avec un pronom.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avec le, la ou les. Une avec lui ou leur. Une avec y ou 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Six lignes en tout : la phrase longue, puis la phrase courte.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La ruelle en fête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