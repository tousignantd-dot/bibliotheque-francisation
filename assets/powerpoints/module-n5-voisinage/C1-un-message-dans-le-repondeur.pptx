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2. Demander au groupe : quand vous appelez quelqu'un et que ça ne répond pas, est-ce que vous laissez un message ? Beaucoup répondent non — par gêne, ou parce qu'ils ne savent pas quoi dire en trente secondes. C'est exactement ce que la séance travaille.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une compétence de survie : personne ne redemande un numéro à un répondeur. Fournir du papier avant l'écoute, pas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première piste est le geste que la séance veut installer : prendre le crayon avant d'appuyer. La dernière est le test de Réjean, qui reviendra en C4.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une première fois sans rien dire, puis demander ce que chacun a noté. L'écart entre les cahiers est le vrai contenu de la séance. Réécouter ensuite une seconde fois, jamais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Réjean, qui est né ici, n'a pas tout compris non plus. Le faire remarquer : ce n'est pas une question de langue maternelle, c'est une question d'attention et de crayon. Ça détend beaucoup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question de Réjean est le critère de tout le défi 2, et elle s'applique aussi bien à la maison qu'au travail. L'écrire au tableau et l'y laisser jusqu'à C4.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cinq renseignements sont exactement le plan de la production orale de la séance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t2a de l'activité. Faire justifier chaque réponse par la phrase exacte du message : c'est ce travail de retour au texte qui prépare la note écrite de C4.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Vérifiable sur place : demander qui a noté le numéro correctement à la première écoute. Le résultat parle de lui-même.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Les abréviations que les élèves emploient déjà sont un excellent point de départ pour C4.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Un message dans le répondeur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Personne ne décroche du premier coup. Une voisine travaille de nuit, l'autre est au travail, la troisième dort : entre voisins, on se parle surtout par répondeur et par petits papiers.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La ruelle en fête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message laissé sur un répondeur, écouté une fois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les cinq renseignements qu'un bon message contient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noter une date, un numéro et une heure pendant l'écoute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pourquoi une note s'écrit pour quelqu'un d'autre que soi.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Un voyant rouge qui clignote. Qu'est-ce que vous faites avant d'appuyer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repondeu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7654"/>
            <a:ext cx="3760927" cy="252452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prenez un crayon avant d'écouter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fois pouvez-vous réécouter un message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notez en premier : le nom, ou le numéro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quelqu'un d'autre lit votre note, est-ce qu'il comprendra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message de madame Faye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une seule fois, crayon en main.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15519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NDEYE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7880" y="2322576"/>
            <a:ext cx="898824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Bonsoir madame Vergara, c'est Ndeye Faye, du troisième.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15519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NDEYE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7880" y="3071876"/>
            <a:ext cx="89882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voulais vous dire deux choses. D'abord, je ne peux pas venir à la fête du 7 : je travaille de midi à minuit ce jour-là.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15519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NDEYE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7880" y="4158995"/>
            <a:ext cx="89882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Ensuite, je cherche quelqu'un pour arroser mes plantes du 10 au 20 juillet. Je pars au Sénégal avec le petit.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15519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NDEYE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87880" y="5246116"/>
            <a:ext cx="89882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ça vous intéresse, rappelez-moi au 514 555-0148, après trois heures de l'après-midi. Pas avant, je dors.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Vous avez tout compris, vous ?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tout compris, vous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6512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compris qu'elle ne vient pas. Le reste, non.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340055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demande si je peux arroser ses plantes en juillet. Du 10 au 20.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1161" y="414985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Écrivez-le, sinon dans deux jours il n'en restera rien.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Écrire pour quelqu'un d'autre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J'écris quoi ? « Ndeye, plantes, juillet »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651252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Écrivez-le pour quelqu'un d'autre que vous. Si votre fils lit ce papier, est-ce qu'il comprend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373837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Non. Il ne sait pas qui est Ndeye.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487672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1161" y="4487672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mettez le nom au complet, l'étage, la date, ce qu'elle demande et le numéro.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CINQ RENSEIGNEMENTS DANS UN MESSAGE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parle et d'où · pourquoi on appelle · les faits, lentement · ce qu'on attend · le numéro et le moment où rappeler.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dernier est celui qu'on oublie le plus. Sans le moment, on vous rappelle à huit heures du matin ; sans le numéro, on ne vous rappelle pas du tout.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message entendu.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Ndeye Faye se nomme dès la première phrase.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dit à quel étage elle habite.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appelle pour une seule raison.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part au Sénégal du 10 au 20 juillet.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cherche quelqu'un pour garder son fils.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peut la rappeler le matin.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explique pourquoi elle n'a pas rappelé plus tôt.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Ndeye Faye se nomme dès la première phrase.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dit à quel étage elle habite.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appelle pour une seule raison.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en annonce deux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part au Sénégal du 10 au 20 juillet.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cherche quelqu'un pour garder son fils.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pour arroser ses plantes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peut la rappeler le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après trois heures, elle dort le matin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explique pourquoi elle n'a pas rappelé plus tôt.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 — elle était de nuit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ÉCOUTER D'ABORD, NOTER ENSUITE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J'écoute tout, puis j'écris ce dont je me souviens.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prends le crayon avant d'appuyer sur la touche.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numéro de téléphone ne se retient pas pendant vingt secondes, et un répondeur ne répète pas. Ce qui n'est pas noté pendant l'écoute est perdu.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ce que vous notez d'un message : les cinq mots-clés, dans l'ordre.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Qui, quand, quoi, les dates, comment rappeler.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Écrivez-les comme vous les écririez sur un vrai papier, en abrégé.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La ruelle en fête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