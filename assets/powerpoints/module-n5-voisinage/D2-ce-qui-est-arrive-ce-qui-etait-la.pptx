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d'élèves croient que l'imparfait est « plus difficile » ou qu'il vient « après ». Démentir tout de suite : les deux temps racontent la même histoire, mais ils n'y font pas le même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intention du programme prise mot pour mot : clavarder ou rédiger un bref courriel pour donner des nouvelles.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test remplace avantageusement les listes de marqueurs, que les élèves apprennent et n'appliquent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dernière ligne : la même personne, la même période, deux temps différents selon qu'on raconte le changement ou l'habitude d'avant.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la consigne d'écriture du courriel. « Il y avait vingt-deux personnes dans la ruelle » en dit plus long que « c'était le fun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t3pc de l'activité. Pour chaque item, faire poser la question du test avant de répondre : « et ensuite ? » ou « c'était comment ?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ouvrir le dossier de l'accord du COD antéposé : hors programme ici. Les deux lignes de la règle suffisent pour écrire un courriel de nouvelles sans faute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t3cour de l'activité. Faire remarquer les cinq mouvements du courriel : l'objet, la salutation, les nouvelles au passé, ce qui vient ensuite au futur, la question ouverte. C'est le plan de la production écrite de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deux versions à voix haute, l'une après l'autre. La différence s'entend immédiatement, bien mieux qu'elle ne s'explique.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D. Ces trois phrases sont le brouillon direct du courriel de E2 : le dire aux élèves, ils y mettront plus de 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Ce qui est arrivé, ce qui était là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passé composé fait avancer le récit ; l'imparfait plante le décor autour. Une nouvelle racontée entièrement au passé composé est une liste ; racontée entièrement à l'imparfait, elle ne commence jamais.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La ruelle en fête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passé composé pour les événements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l'imparfait pour le décor et les habitudes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combiner les deux dans une même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bref courriel qui donne des nouvelles.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QUESTIONS, DEUX TEMPS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Et ensuite ? » annonce le passé composé. « C'était comment ? » annonce l'imparfait.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J'ai eu ma citoyenneté mercredi — et ensuite ? On était deux cents dans la salle — c'était comment ? Le test se fait en une seconde, à voix basse, pendant qu'on écrit.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COLONNES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avance, ce qui décrit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41064"/>
          </a:xfrm>
          <a:prstGeom prst="roundRect">
            <a:avLst>
              <a:gd name="adj" fmla="val 371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PASSÉ COMPOSÉ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IMPARFAIT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eu ma citoyenneté mercredi.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était deux cents.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pris trois jours de congé.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y avait des drapeaux.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a chanté à la fin.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fils portait sa chemise.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pleuré un peu.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ne m'y attendais pas.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029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515721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a changé d'horaire.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515721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Avant, elle travaillait de nuit.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DEUX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cas le plus fréquent, et le plus utile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Décor, puis événement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ne m'y attendais pas quand ils ont commencé à chanter.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Météo, puis décision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pleuvait, donc on a reporté la fête au dimanche.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Situation, puis rupture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travaillait de nuit depuis six ans quand elle a changé d'horaire.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recette d'une nouvelle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événement, un décor, un détail. Trois phrases suffisent.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Mettez le verbe au temps qui convient.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___ (avoir) ma citoyenneté mercredi dernier.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(être) deux cents dans la grande salle.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(avoir) des drapeaux sur tous les murs.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(prendre) trois jours de congé.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fils ___ (porter) sa chemise blanche.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fin, tout le monde ___ (chanter) ensemble.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Avant, elle ___ (travailler) toujours de nuit.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 ___ (avoir) ma citoyenneté mercredi dernier.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ai eu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___ (être) deux cents dans la grande salle.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(avoir) des drapeaux sur tous les murs.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___ (prendre) trois jours de congé.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pris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Son fils ___ (porter) sa chemise blanche.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portait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la fin, tout le monde ___ (chanter) ensemble.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 chanté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Avant, elle ___ (travailler) toujours de nuit.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travaillait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L'ACCORD DU PARTICIPE, EN DEUX LIGNES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être, le participe s'accorde avec le sujet. Avec avoir, il ne s'accorde pas avec le sujet.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Je suis allée à la fête. · J'ai apporté un plat. Au féminin, l'accord avec être ne s'entend pas — « allé » et « allée » se disent pareil — mais il se voit dans un courriel. C'est là qu'il compte.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courriel,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le courriel de Marisol à une amie de son cours.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: Des nouvelles de la ruelle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 Amina, j' ___ que tout va bien de ton côté.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Samedi, je ___ allée à la fête de la ruelle.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vingt-deux personnes dans la ruelle.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___ des empanadas, et il n'en est pas resté un seul.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toi, ___ se passe ton nouvel emploi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courriel,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: Des nouvelles de la ruelle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Objet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 Amina, j' ___ que tout va bien de ton côté.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espère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Samedi, je ___ allée à la fête de la ruelle.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___ vingt-deux personnes dans la ruelle.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___ des empanadas, et il n'en est pas resté un seul.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apporté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toi, ___ se passe ton nouvel emploi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TOUT RACONTER AU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eu ma citoyenneté. On a été deux cents. Il y a eu des drapeaux.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eu ma citoyenneté. On était deux cents, et il y avait des drapeaux.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est compréhensible, mais elle sonne comme une liste. Le décor se décrit à l'imparfait, et c'est lui qui fait voir la scène.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trois phrases une bonne nouvelle de votre année.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au passé composé, une à l'imparfait, une au futur simple.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Vérifiez l'accord du participe si vous employez « être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La ruelle en fête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