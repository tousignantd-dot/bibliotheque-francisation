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culturelle autant que linguistique. Elle répond à une question que les élèves se posent tous et qu'ils osent rarement poser : pourquoi ma voisine me vouvoie-t-elle encore après deux ans ? Commencer par cette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des règles sociales, pas grammaticales. Le rôle de l'enseignante est de les rendre explicites : personne ne les enseigne, et tout le monde est jugé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la proposition de tutoiement est presque toujours dite avec ces mots-là, et qu'on peut la faire soi-même.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principe qui organise les deux colonnes : une bonne question de voisinage porte sur quelque chose qu'on partage tous les deux. C'est ce qui la rend facile à poser et à recevoir.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la plus utile : elle donne une façon d'ouvrir une conversation sans connaître le nom, ce qui est le cas de la moitié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prReg de l'activité. Accepter la discussion sur les cas limites : dans certaines communautés, demander le loyer est banal et même utile. Dire que la règle décrite ici est celle du voisinage montréalais ordinaire, pas une vérité universelle.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délicat : plusieurs élèves ont vécu la question et l'ont posée. Ne pas moraliser. Dire simplement que la personne parlera d'elle-même si elle le souhaite, et que le rôle du voisin est d'être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annonce le défi 1 : la justification en une phrase est exactement ce que le programme demande au niveau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A. Demander à la séance suivante qui l'a fait : le taux de réussite est plus élevé qu'on ne croit, et un seul témoignage entraîne les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Chaleureux, et vouvoyé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Marisol et Réjean se croisent depuis trois ans. Ils s'entraident, ils mangeront à la même table au mois de juin, et ils se vouvoient. Entre voisins d'un même immeuble, le « vous » est la règle par défaut.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à qui l'on dit « vous » dans un immeuble, et pourquoi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comment le tutoiement s'installe entre voisins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demande à un voisin de ce qui ne se demande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quelqu'un correctement : monsieur, madame, et le nom de famille.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VOUS NE VEXE JAMAIS, LE TU PEUT METTRE MAL À L'AISE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Entre voisins d'un même immeuble, on se vouvoie tant que personne n'a proposé autre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tutoiement s'installe quand quelqu'un le propose à voix haute : « on peut se tutoyer, hein ? ». Tant que la phrase n'a pas été dite, le vous reste — et il n'a rien de froid.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COLONNES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Ce qui se demande, ce qui ne se demande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SE DIT À UN VOISIN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C'EST TROP PERSONNEL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longtemps que vous habitez ici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Vous payez combien de loyer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plantez quelque chose cette année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Vous avez reçu vos papiers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peux vous aider à monter vos sacs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Vous gagnez combien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590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71830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Quand ramassent-ils le bac brun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71830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Vous êtes malade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64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924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avez changé d'horaire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924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Pourquoi votre mari est parti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NOMMER QUELQU'UN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façons, et une à éviter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Monsieur ou madame, plus le 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monsieur Deslauriers. La forme normale, pendant des années.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Quand on ne sait pas le 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! Excusez-moi... Vous êtes du deuxième, je pense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proposer le tutoiement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peut se tutoyer, si vous voulez. Une phrase, dite une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qu'on évite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Hé, la madame ! Un appel crié dans la cour ferme la porte.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JUGEMENT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se dit, ou c'est trop personnel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choisissez.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longtemps que vous habitez ici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payez combien de loyer, 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plantez quelque chose cette année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reçu vos papiers d'immigration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vous aider à monter vos sacs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gagnez combien à votre nouvel emploi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se dit, ou c'est trop personnel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longtemps que vous habitez ici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se 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payez combien de loyer, vous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trop personnel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plantez quelque chose cette année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se 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reçu vos papiers d'immigration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trop personnel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vous aider à monter vos sacs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se 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gagnez combien à votre nouvel emploi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trop personnel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POSER UNE QUESTION PERSONNELLE EN CROYANT S'INTÉRESSER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avez eu vos papiers ? (dit avec bienveillance)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longtemps que vous habitez ici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L'intention est bonne, l'effet est mauvais : la personne doit soit mentir, soit raconter une chose difficile devant les boîtes aux lettres. Parlez de l'immeuble ; le reste viendra si elle le veut.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 JUSTIFIER DEUX FOIS EN REFUSANT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travaille, et puis mon fils est malade, et j'ai aussi...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travaille ce jour-là. On se reprend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raison suffit. Accumuler les raisons donne l'impression qu'aucune n'est vraie.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que vous direz demain à quelqu'un de votre immeuble.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et une question à laquelle on répond en dix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à qui vous la direz : le nom, ou l'étage si vous ignorez le nom.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