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Le jeu de rôle vient en premier parce qu'il sert de répétition : c'est là que l'élève découvre qu'un « on verra » ne passe pas, et qu'il faut poser les cinq questions de B1 avant de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objectifs sont ceux de l'évaluation du module. Les projeter au début et les relire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quatrième carte. Beaucoup d'élèves ne jouent que le rôle de celui qui répond ; c'est le rôle facile. Celui qui invite doit donner ses renseignements dans le bon ordre et réclamer une réponse claire.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Savoir que l'assistant ne donnera rien spontanément change complètement la façon dont les élèves abordent la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au tableau pendant l'enregistrement. Faire écrire le message avant de l'enregistrer : personne n'improvise un bon message de quarante-cinq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temps est celui qu'on saute. Trois questions à se poser en s'écoutant : sait-on qui parle ? peut-on noter la date sans faire répéter ? a-t-on un numéro et une heure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cocher les six points en s'écoutant, avant l'envoi. La rétroaction de l'assistant reprendra les mêmes critères : l'élève ne doit pas la découvrir en même temps que sa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 message sur papier avant d'ouvrir le micro. Aucune exception : les élèves les plus à l'aise à l'oral sont ceux qui ratent le plus souvent la première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cette séance sont les plus utiles du module : ils disent exactement ce qui manque encore, juste avant la production écrite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Descendre dans l'escalier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productions orales. D'abord la conversation avec le voisin, jouée avec l'assistant : il ne dit rien qu'on ne lui demande. Ensuite le message laissé sur le répondeur d'une voisine, enregistré et déposé.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une conversation de voisinage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cinq questions avant de donner sa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accepter ou refuser clairement, avec une raison en 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téléphonique complet en quarante-cinq secondes.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 dans l'activité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L'invitation dans l'escalier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voisin vous invite à la fête. Il ne dit rien d'autre : demandez tout.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souper du vendredi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travaillez jusqu'à vingt et une heures. Refusez sans fermer la porte.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Devant les boîtes aux lettres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voisine a obtenu sa citoyenneté. Félicitez avant de questionner.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deux rôles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Essayez aussi celui du voisin qui invite : au niveau 5, on doit savoir mener.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Ce que l'assistant fera, et ce qu'il ne fera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1064"/>
          </a:xfrm>
          <a:prstGeom prst="roundRect">
            <a:avLst>
              <a:gd name="adj" fmla="val 371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NE FAIT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vous invite, chaleureusement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ne donne pas la date d'avance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répond à vos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ne dit pas quoi apporter tout seul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redemande une réponse claire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n'accepte pas un « on verra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accepte un refus poli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n'insiste pas plus d'une fois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vouvoie du début à la fin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ne corrige pas votre langue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CINQ MORCEAUX DANS UN MESSAGE TÉLÉPHONIQUE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01824"/>
          </a:xfrm>
          <a:prstGeom prst="roundRect">
            <a:avLst>
              <a:gd name="adj" fmla="val 609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57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Qui vous êtes et d'où · pourquoi vous appelez · les faits, lentement · ce que vous attendez · le numéro et le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1440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175760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Bonjour madame Faye, c'est Marisol Vergara, votre voisine du deuxième. Je vous appelle au sujet de la fête de la ruelle. C'est le samedi 7 juin, de midi à quatre heures. Rappelez-moi au 514 555-0112, après quatre heures.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ÉTAPES DE L'ENREGISTREMENT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dit le panneau de l'activité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m'enregistre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trente à quarante-cinq secondes, après avoir écrit son 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m'écoute et je corrige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 si vous étiez la voisine, réveillée à trois heures de l'après-midi.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J'envoie à mon enseignant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ne part sans un geste de l'élève : la correction reste privée.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Écoutez-vous, et vérifiez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questions à se poser avant d'envoyer.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me nomme dans la première phrase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dis d'où j'appelle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la date et l'heure sont dites lentement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dis ce qu'il faut apporter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donne mon numéro à la fin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dis quand on peut me joindre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Écoutez-vous, et vérifiez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me nomme dans la première phrase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on ne vous rappelle pas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dis d'où j'appelle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l'étage, ou le lien de voisinage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la date et l'heure sont dites lentement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répondeur ne répète pas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dis ce qu'il faut apporter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détail concret par phrase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donne mon numéro à la fin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chiffre par chiffre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dis quand on peut me joindre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 on appelle au mauvais moment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IMPROVISER SON MESSAGE EN APPUYANT SUR LA TOUCHE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Euh... bonjour, c'est moi, euh, je voulais vous dire...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Bonsoir madame Faye, c'est Marisol Vergara, du deuxième.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se rate en quatre secondes. Écrivez-le, lisez-le une fois à voix haute, puis enregistrez : c'est trois minutes de plus et un rappel de gagné.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une chose que l'assistant a demandée et que vous n'aviez pas prévue.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en 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ce que vous direz différemment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