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culturellement délicate et centrale. Beaucoup d'élèves viennent de cultures où un refus direct est impoli et où « peut-être » est la façon polie de dire non. Ne jamais présenter cela comme une erreur : présenter la règle québécoise comme une convention locale, aussi arbitraire que les autres, mais qu'il faut 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aux élèves qui reçoivent, un jour, un « je vais essayer » de la part d'un francophone : ils sauront que ça veut dire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formule complète à voix haute, en chœur, deux fois. Elle doit devenir automatique : c'est une phrase qu'on dit debout, dans un escalier, sans temps de préparation.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que fait madame Faye dans le dialogue du défi 1, et Réjean le remarque : « Elle a bien fait de me le dire tout de suite. » Faire relire cette réplique.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carte, et ajouter la suite : il faut tenir le délai. Une réponse donnée jeudi comme promis vaut mieux qu'un oui donné tout de suite et repris le vendredi.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le cœur de la séance. Demander au groupe ce que l'organisateur doit faire de cette réponse : il doit revenir demander, et souvent il n'ose pas — donc il compte une chaise de trop, ou une de moins.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t1acc de l'activité, à trois tuiles. Faire dire chaque phrase à voix haute avant de la classer : l'intonation travaillée en A2 se réinvestit ici, en particulier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le plus important de la séance, et le plus délicat à dire. Ne pas dire que l'usage québécois est meilleur : dire qu'il est différent, et qu'un malentendu coûte une chaise vide et une déception.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en binôme : l'un invite, l'autre refuse, deux fois — une fois sans le merci, une fois avec. Faire dire à celui qui invite ce qu'il a ressenti.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lire deux ou trois refus à voix haute à la séance suivante, sans nommer les auteurs. Ils servent d'exemples pour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Oui, non, ou jeudi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Devant une invitation, il n'existe que trois réponses utiles : oui, non, ou « laissez-moi jusqu'à jeudi ». La quatrième — « on verra » — n'est pas une réponse : elle transfère le travail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une invitation en trois temps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refuser en quatre temps, sans fermer la porte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délai qui porte une date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réponses qui n'en sont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ACCEPTER EN TROIS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oui, le plaisir ou le merci, puis ce que vous ferez.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oui, avec plaisir. Merci de m'avoir invitée : j'apporterai un plat pour six personnes. Le troisième temps est celui qu'on oublie, et c'est le plus utile : il dit à l'organisateur ce qu'il peut inscrire sur sa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REFUSER EN QUATRE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merci, le refus net, la raison en une phrase, la porte laissée ouverte.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Merci beaucoup de l'invitation. Malheureusement, je ne pourrai pas venir : je travaille ce jour-là. On se reprend cet été ? L'ordre compte : le merci vient avant le refus, sinon le refus arrive comme une porte qui claque.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À RÉFLÉCHIR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délai, ce n'est pas un flou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vrai délai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 vous répondre d'ici jeudi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Un engagement de rappel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vérifie mon horaire et je vous le dis demain sans faute.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n'est pas un délai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voir. Peut-être. Si j'ai le temps. On verra bien.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règle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délai porte une date. Sans date, ce n'est pas un délai.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fait vraiment chaque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oui, avec plaisir. J'apporte un dessert.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Accepter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 beaucoup, je travaille ce samedi-là.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Refuser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944112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peux vous répondre d'ici jeudi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944112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Demander à réfléchir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590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71830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ne pourrai pas, mais on se reprend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71830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Refuser sans fermer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64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924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vais essayer.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924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Rien du tout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CLASSEMENT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Accepter, refuser, ou demander à réfléchir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réponse, dites ce qu'elle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oui, avec plaisir. Je vais apporter un dessert.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beaucoup, mais je travaille ce samedi-là.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vous répondre d'ici jeudi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Volontiers ! J'y serai vers midi et demi.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gentil, malheureusement je suis prise cette fin de semaine.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vérifie mon horaire et je vous le dis demain sans faute.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pourrai pas venir, mais on se reprend cet été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Accepter, refuser, ou demander à réfléchir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oui, avec plaisir. Je vais apporter un dessert.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beaucoup, mais je travaille ce samedi-là.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peux vous répondre d'ici jeudi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demander à réfléchir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Volontiers ! J'y serai vers midi et demi.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accepter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gentil, malheureusement je suis prise cette fin de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refuser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vérifie mon horaire et je vous le dis demain sans faute.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demander à réfléchir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pourrai pas venir, mais on se reprend cet été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refuser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RÉPONDRE « PEUT-ÊTRE » POUR ÊTRE POLI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Peut-être, on verra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Merci de l'invitation, mais je ne pourrai pas venir.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beaucoup de cultures, « peut-être » veut dire non et un refus direct est impoli. Ici, « peut-être » veut dire « peut-être » : on vous inscrira sur la liste et on vous attendra. Un non clair est reçu comme une politesse.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REFUSER SANS REMERCIER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Non, je peux pas, je travaille.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Merci de l'invitation, mais je travaille ce jour-là.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le non qui blesse, c'est le merci qui manque. Une seconde de plus, et la même phrase devient chaleureuse.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refus complet en quatre temps, pour une invitation vraie.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Merci, refus, raison en une phrase, contre-proposition.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lignes au maximum. La raison ne doit pas dépasser une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