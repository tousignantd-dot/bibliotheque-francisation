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1. Elle réunit une grammaire — le futur simple — et une production écrite courte : le refus de madame Faye, ligne par ligne. Prévoir la moitié du temps pour chacune.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celui qui demande le plus de répétition : beaucoup de langues mettent le présent après « quand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repère du r est le plus utile à l'oral, où les terminaisons se ressemblent : « je répondai » ne veut rien dire, mais on l'entend souvent.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Seul le radical est irrégulier : les terminaisons ne changent jamais. Faire remarquer la proximité de « j'aurai » et « j'irai », qui se confondent à l'oreille et qui ne veulent pas du tout dire la même chose.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apprendre trois phrases entières plutôt que la règle : « quand je saurai », « dès qu'il fera beau », « quand vous arriverez ». Les modèles se retiennent mieux que l'explication.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t1fut de l'activité. Faire lire chaque phrase à voix haute après l'avoir complétée : on vérifie le r à l'oreille en même temps que la forme à l'écrit.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signature : dans un immeuble de douze portes, le prénom seul ne suffit pas. C'est un détail concret que les élèves n'inventent jamais seuls.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t1mail de l'activité. Le faire au tableau d'abord, puis laisser chacun écrire son propre refus sur le même patron, pour une invitation inventée.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la syllabe en trois temps, en tapant la table. C'est mécanique et ça règle le problème en une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bloc B. Les trois promesses se réinvestissent directement dans le message téléphonique de la séance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Ce que je ferai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Accepter une invitation, c'est promettre quelque chose : d'être là, d'apporter un plat, de répondre avant jeudi. Le futur simple est le temps de ces promesses, et c'est celui de l'écrit.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La ruelle en fête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futur simple des verbes réguliers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huit irréguliers des invitations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garder le futur après « quand » et « dès que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refus poli en cinq lignes.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L'INFINITIF, PLUS SIX TERMINAISONS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futur simple est le temps le plus régulier du français : l'infinitif entier, puis -ai, -as, -a, -ons, -ez, -ont.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apporter donne j'apporterai · finir donne je finirai · répondre perd son e et donne je répondrai. Un repère à l'oreille : on entend toujours le r avant la terminaison. Sans ce r, ce n'est pas du futur.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HUIT IRRÉGULIERS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Ceux dont on a besoin pour répondre à une invitation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être, avoir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serai, j'aurai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aller, faire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j'irai, je ferai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venir, pouvoir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viendrai, je pourrai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vouloir, devoir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voudrai, je devrai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APRÈS « QUAND », LE FUTUR RESTE AU FUTUR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vous préviendrai quand je saurai mon horaire.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Et de même après « dès que » : dès qu'il fera beau, on sortira les tables. Beaucoup de langues mettent le présent à cet endroit ; le français, non.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futur 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Chaque phrase est une promesse.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 ___ (apporter) un plat pour six personnes.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(être) là vers midi et demi.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___ (sortir) les tables à onze heures.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(faire) le tour des portes le matin même.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(venir) le dimanche si la fête est reportée.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___ (répondre) d'ici jeudi, sans faute.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Dès qu'il ___ (faire) beau, on installera tout dehors.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futur 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 ___ (apporter) un plat pour six personnes.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apporterai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(être) là vers midi et demi.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___ (sortir) les tables à onze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sortirons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(faire) le tour des portes le matin même.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fera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(venir) le dimanche si la fête est reportée.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viendra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___ (répondre) d'ici jeudi, sans faute.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répondrai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Dès qu'il ___ (faire) beau, on installera tout dehors.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fera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REFUS ÉCRIT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lignes, pas une de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941064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LIGNE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CONTIENT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Bonjour monsieur Deslauriers,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nom, une virgule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Merci pour votre invitation.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remerciement, avant tout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ne pourrai pas être là.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refus, au futur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travaille ce jour-là.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raison, une phrase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7274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85546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Bonne journée, Ndeye Faye, logement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85546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signature et le logement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refus de madame Faye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son message, ligne par ligne.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___ Deslauriers,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beaucoup pour votre invitation à la fête de la ruelle.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, je ne pourrai pas être là le 7 juin.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la fête est ___ au dimanche, je serai libre.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 ___ de vous voir dans la ruelle cet été.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refus de madame Faye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___ Deslauriers,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monsieur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beaucoup pour votre invitation à la fête de la ruelle.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Merci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, je ne pourrai pas être là le 7 juin.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Malheureusement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la fête est ___ au dimanche, je serai libre.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reportée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 ___ de vous voir dans la ruelle cet été.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plaisir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OUBLIER LE R DU FUTUR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répondai, je viendai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répondrai, je viendrai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r est la marque du futur, à toutes les personnes. Sans lui, la forme n'existe pas. Dire lentement : ré-pon-d-r-ai.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promesses au futur simple, pour une invitation que vous acceptez.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promesse sur l'heure, une sur ce que vous apportez, une sur la suite.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Vérifiez le r dans chacune avant de remettre.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La ruelle en fête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