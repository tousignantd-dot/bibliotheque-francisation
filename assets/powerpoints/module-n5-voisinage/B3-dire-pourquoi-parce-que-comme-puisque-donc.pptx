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annoncée par un besoin réel : les refus écrits ramassés en B2 contiennent presque tous une raison mal attachée. En lire deux ou trois, anonymement,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message à faire passer : retenir la géométrie avant le sens. Qui sait où va chaque mot ne les confond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les trois phrases au tableau l'une sous l'autre et faire remarquer que le sens ne change pas : seule la place de la raison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plus subtile et la plus utile socialement : « puisque » employé avec une raison inconnue de l'interlocuteur donne l'impression qu'on lui reproche son ignorance.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ligne est une tournure parlée, chaleureuse, qui prépare l'autre à entendre une explication. Elle s'entend beaucoup au Québec et elle rassure : elle annonce qu'une raison 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t1just de l'activité. Pour chaque réponse, faire justifier par la place du mot dans la phrase, jamais par le sens seul : c'est la place qui décide et qui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retourner la phrase à voix haute plutôt que de la corriger : l'élève entend alors que « comme » veut le début.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de registre, rarement enseignée et souvent ressentie. La faire entendre en disant la mauvaise version avec le ton qui va avec.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vérifie exactement le point de la séance. Corriger seulement la place du mot ; laisser passer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pourquoi : parce que, comme, puisque, donc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niveau 5, le programme ne demande plus seulement d'accepter ou de refuser : il demande de le faire avec justification. La difficulté n'est pas de trouver la raison — c'est de l'attacher à la réponse.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attacher une raison à une réponse avec le bon mot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« comme » et « puisque » en tête de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raison de la conséquence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une raison en une seule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PLACE, AVANT LE SENS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01824"/>
          </a:xfrm>
          <a:prstGeom prst="roundRect">
            <a:avLst>
              <a:gd name="adj" fmla="val 609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« Comme » et « puisque » ouvrent la phrase. « Parce que » se met au milieu. « Donc » annonce la conséquence.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144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75760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Comme je travaille ce jour-là, je ne pourrai pas venir. · Je ne pourrai pas venir parce que je travaille ce jour-là. · Je travaille ce jour-là, donc je ne pourrai pas venir.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MOTS, QUATRE EMPLOIS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les distingue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parce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 d'abord, la raison ensuite. Le plus courant, le plus sûr.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raison d'abord, en tête de phrase. Jamais au milieu.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puisque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la raison est déjà connue de l'autre. Sinon, ça sonne comme un reproche.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donc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conséquence, jamais la raison. Test : remplacer par « c'est pourquoi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MÊME 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attaches pour une seule idée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ne pourrai pas venir parce que je travaille.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Comme je travaille ce jour-là, je ne pourrai pas venir.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puisque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Puisqu'il pleut, on reporte la fête au dimanche.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travaille ce jour-là, donc je ne pourrai pas venir.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ne pourrai pas venir : c'est que je travaille de nuit.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parce que, comme, puisque, donc ou c'est 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 avec plaisir, ___ ça fait trois ans que je ne connais personne.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travaille de midi à minuit, je ne pourrai pas venir.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ce samedi-là, ___ je ne pourrai pas être là.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finissez à trois heures, passez donc prendre un café.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peux pas venir : ___ je pars au Sénégal ce jour-là.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plat est pour vingt personnes, ___ j'ai besoin de deux plaques.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J'accepte avec plaisir, ___ ça fait trois ans que je ne connais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parce 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travaille de midi à minuit, je ne pourrai pas venir.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travaille ce samedi-là, ___ je ne pourrai pas être 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finissez à trois heures, passez donc prendre un café.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peux pas venir : ___ je pars au Sénégal ce jour-là.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plat est pour vingt personnes, ___ j'ai besoin de deux plaques.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« COMME » AU MILIEU DE LA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pourrai pas venir comme je travaille.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Comme je travaille, je ne pourrai pas venir.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Comme » ouvre la phrase, toujours. Au milieu, il faut « parce que ». C'est l'erreur la plus fréquente, parce que dans beaucoup de langues le mot équivalent peut aller aux deux endroits.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PUISQUE » POUR UNE RAISON QUE L'AUTRE 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Puisque je pars au Sénégal... (dit à quelqu'un qui l'ignore)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peux pas venir parce que je pars au Sénégal.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Puisque » suppose une raison partagée. Si l'autre ne la connaît pas, vous avez l'air de lui reprocher son ignorance.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même raison de deux façons : avec « parce que », puis avec « comme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raison vraie, tirée de votre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que « comme » est bien au début de la deuxième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