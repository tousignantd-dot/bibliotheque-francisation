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Commencer par annoncer au groupe une fausse bonne nouvelle vous concernant et compter ce qui vient en premier : une question, ou une félicitation. C'est une démonstration de trente secondes, et elle 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seul point vraiment grammatical de la séance, et il ne s'entend pas : les quatre formes de « quel » se prononcent pareil. Il se voit dans un courriel, ce qui est justement la production de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conduite de Ndeye : elle annonce qu'elle a une raison mais ne la donne pas encore. C'est une façon très ordinaire d'inviter l'autre à demander, et l'élève doit savoir la reconnaître.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modèle de la séance, en quatre répliques : exclamation, félicitation, remerciement, sentiment, puis seulement la question. Faire compter l'ordre au tableau. Attention à la sensibilité du sujet : plusieurs élèves attendent le même papier.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Tout le décor est à l'imparfait, les deux événements au passé composé. Le faire relever sans encore expliquer : la règle vient en D2, et elle est plus facile à donner quand on a déjà vu le phénomène.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sociale la plus transférable du module : elle vaut au travail, à l'école, en famille.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distinction utile est celle des deux premières cartes : après « comme », il faut un sujet et un verbe. « Comme bonne nouvelle » n'existe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t3exc de l'activité. Le dernier item n'est pas un mot exclamatif : on félicite « pour » quelque chose. C'est l'erreur écrite la plus fréquente du défi, et elle se corrige une fois pour toutes.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t3fel de l'activité. Insister sur les cas ambigus : un déménagement, une retraite, un retour au pays peuvent être une joie ou une épreuve. On ne devine pas, on demande : « et vous, comment vous le prenez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façons de gâcher une félicitation : la ramener à soi, minimiser (« ce n'est qu'un papier »), enchaîner sur un problème. Les nommer toutes les trois, elles se reconnaissent immédiatement.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billets où la question est en premier montrent que le réflexe n'est pas encore pris : y revenir en D2, brièvement.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Quelle bonne nouvelle !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quelqu'un vous annonce une bonne nouvelle, vous avez environ trois secondes. Une question posée en premier donne l'impression d'un interrogatoire ; une exclamation accompagne la personne.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La ruelle en fête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réagir à une bonne nouvelle avant de poser des questions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quel, quelle, comme et que dans une exclamation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« quel » avec le nom qui suit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nouvelle qu'on félicite d'une nouvelle qu'on accompagne.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J'avais une raison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Faye ! Je ne vous ai pas vue depuis deux semaines.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NDEYE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0718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madame Vergara. J'étais en congé, figurez-vous.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382117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congé ? Vous qui travaillez toujours de nuit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NDEYE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457047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pris trois jours. J'avais une raison.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 ans d'attente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NDEYE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eu ma citoyenneté canadienne. Mercredi dernier.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bonne nouvelle ! Félicitations, madame Faye 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NDEYE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4005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Ça faisait sept ans que j'attendais ce papier-là.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14985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Sept ans ! Comme je suis contente pour vous. Comment ça s'est passé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salle, les drapeaux, la chemise blanche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NDEYE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était deux cents dans une grande salle, au centre-ville. Il y avait des drapeaux partout.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98907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vous étiez seule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NDEYE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73837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mon fils était là. Il avait mis sa chemise blanche, celle des grandes occasions.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82549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1161" y="482549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c'est beau. Vous avez pleuré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RÉACTION D'ABORD, LA QUESTION ENSUITE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bonne nouvelle ! Félicitations ! Comme je suis contente pour vous. Puis : comment ça s'est passé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question posée en premier — « ça a pris combien de temps ? » — donne l'impression d'un interrogatoire. Une exclamation dit que vous êtes du côté de la personne.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QUATRE EXCLAMATIONS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employer laquelle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quel, quelle, quels, quelles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 nom : quelle bonne nouvelle, quel beau projet.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comme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une phrase complète : comme je suis contente pour vous.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une phrase, un ton plus soutenu : que c'est beau.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formules toutes faites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Félicitations ! Bravo ! Vous devez être fière. Il faut fêter ça.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mot exclamatif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félicitation.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bonne nouvelle ! Félicitations, madame Faye 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je suis contente pour vous 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c'est beau, cette photo de la cérémonie.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beau projet vous avez là 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belles photos vous avez rapportées 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Félicitations ___ votre citoyenneté 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mot exclamatif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bonne nouvelle ! Félicitations, madame Faye !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je suis contente pour vous !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c'est beau, cette photo de la cérémonie.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beau projet vous avez là !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belles photos vous avez rapportées !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Félicitations ___ votre citoyenneté !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JUGEMENT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Toutes les nouvelles ne se félicitent pas. Comment reconnaître laquelle est laquelle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elicit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7654"/>
            <a:ext cx="3760927" cy="252452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eu ma citoyenneté mercredi dernier.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mari a perdu son emploi le mois passé.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commence un nouvel emploi lundi.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frère est reparti au pays, il ne reviendra pas.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RAMENER LA NOUVELLE À SOI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Moi, ça m'a pris deux ans seulement.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Quelle bonne nouvelle ! Comme je suis contente pour vous.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félicitation vit seule pendant au moins une phrase. Vos nouvelles, vos questions et vos comparaisons peuvent attendre trente secondes.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ce que vous répondriez à une vraie bonne nouvelle d'un voisin.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phrases : une exclamation, une félicitation, une question ouverte.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question doit venir en dernier.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La ruelle en fête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