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« Je me lance ». Elle donne les trois outils de langue du Défi 3 — le subjonctif, l'hypothèse en « si », les formules de point de vue — et le geste qui les relie.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hors de la classe, et le seul qui ne soit pas grammatical.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phrases sont grammaticalement justes. La première vise la personne, la seconde pose une condition. Faire trouver la différence par le groupe avant de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arbitraire, il n'y a rien à comprendre : c'est à retenir. Le dire franchement fait gagner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phrase rassure : le subjonctif s'entend surtout sur les quatre irréguliers.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faute la plus fréquente à tous les niveaux, et la plus audible. La corriger ici évite vingt corrections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item est le piège. L'annoncer avant de commencer : « il y en a un qui ne prend pas le subjonctif, trouvez-le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« si » de la question rapportée. Le garder pour la fin et le corriger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boîte à outils de E1 et E2 : la faire recopier au complet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refaire l'exercice à l'oral, deux par deux : un élève attaque le film, l'autre doit accorder un point avant de répondre. Trois minutes, et le geste est acquis.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billets sont le brouillon du deuxième paragraphe de E2. Les faire garder dans le cahier, pas les ramasser.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Accorder un point, puis répondre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avis qu'on peut discuter a trois marques : il s'annonce comme un avis, il accorde quelque chose à l'autre, et il s'appuie sur un moment précis.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il faut que, je doute que, il vaut mieux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hypothèse réaliste avec « si », sans futur après «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un point avant de répondre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qui ferme la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Laquelle de ces deux phrases peut-on discuter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Si vous n'avez pas compris, c'est que vous n'avez pas regardé.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Si on manque le signal une fois, on se perd pour vingt minutes.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disent presque la même chose. Qu'est-ce qui change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laquelle des deux aurais-tu envie de répondre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qui demandent le subjonctif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INTRODUCTEUR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il faut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subjonctif : il faut qu'elle arrive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il vaut mieux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subjonctif : il vaut mieux que tu voies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je doute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subjonctif : je doute qu'il ait compris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je pense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indicatif : je pense qu'elle est nécessaire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j'espère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indicatif : j'espère qu'ils publieront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dernières lignes sont celles qu'on se trompe : penser et espérer ne le demandent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COMMENT SE FABRIQUE LE SUBJONCTIF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part de la 3e personne du pluriel du présent, et on enlève la terminaison.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viennent, que je vienne. Ils prennent, que tu prennes. Quatre irréguliers seulement : être, que je sois ; avoir, que j'aie ; aller, que j'aille ; faire, que je fasse. Pour la plupart des verbes en -er, personne n'entend la différence avec le présent.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JAMAIS DE FUTUR APRÈS « SI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+ présent, puis présent ou futur. Si + passé composé, puis présent ou futur.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n'écrit pas « si tu manqueras » : on écrit « si tu manques ». La conséquence, elle, peut être au futur : « si tu écris au journal, ils publieront ta lettre ». Attention au « si » qui n'est pas une condition : « je me demande si le journal publiera » — là, le futur est permis.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la voisine ... (arriver) tard.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doute que le public ... (avoir) appris ces signaux.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vaut mieux que tu ... (voir) le film avant la critique.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faudrait qu'on ... (être) plus attentif au 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que le personnage ... (être) nécessaire.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ce reproche ... (faire) réagir quelqu'un.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indicatif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la voisine ... (arriver) tard.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arrive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doute que le public ... (avoir) appris ces signaux.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vaut mieux que tu ... (voir) le film avant la critique.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voies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faudrait qu'on ... (être) plus attentif au son.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que le personnage ... (être) nécessaire.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est - pas de subjonctif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ce reproche ... (faire) réagir quelqu'un.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fasse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condition avec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temps qui suit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tu ... (manquer) le bruit de la mer, tu ne sais plus où tu 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 public n' ... (avoir) jamais appris ces signaux, il ne peut pas les voir.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tu ... (lire) la critique avant, tu regarderas le film autrement.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on ... (rater) le signal une fois, on se perd pour vingt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Thérèse ... (écrire) au journal, ils publieront sa réponse.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me demande si le journal ... (publier) sa lettre.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condition avec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tu ... (manquer) le bruit de la mer, tu ne sais plus où tu 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manques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 public n' ... (avoir) jamais appris ces signaux, il ne peut pas les voir.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tu ... (lire) la critique avant, tu regarderas le film autrement.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on ... (rater) le signal une fois, on se perd pour vingt minutes.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Thérèse ... (écrire) au journal, ils publieront sa réponse.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écrit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me demande si le journal ... (publier) sa lettre.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publiera - futur permis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Annoncer, accorder, nuancer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annoncer un avis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mon avis, pour ma part, je trouve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accorder un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vrai que..., j'admets que..., mais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concéder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même si, bien que, quand même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mettre à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film qu'on dit « ambitieux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écrit : « mon vrai reproche est ailleurs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Bien que » demande le subjonctif ; « même si » demande l'indicatif.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CONTREDIRE EN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tort.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raison sur la lenteur, mais pas sur les signaux.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Contredire en bloc oblige l'autre à tout défendre, et la discussion s'arrête. Accorder un point d'abord donne du poids à ce qui suit : celui qui vient d'être approuvé écoute la suite, celui qui vient d'être contredit prépare sa réponse.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ton avis sur le film en deux phrases : un point accordé, un point défendu.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« C'est vrai que...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Deuxième phrase : « Mais, pour ma part...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