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 du module. Le savoir est commun à tout le niveau 6 ; ce qui change ici, ce sont les mots choisis, tous tirés du vocabulaire des 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vrai enjeu pratique : un mot entendu qu'on écrit comme on l'entend ne se retrouve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avant de montrer. La surprise fait tout le travail : un élève qui a écrit « cronologie » de sa main retient la règle mieux qu'un élève à qui on l'explique.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quatrième ligne : le son k est l'exception, pas la règle. Sans elle, des élèves se mettent à dire « kercher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au groupe d'autres mots de la même famille : chœur, archéologie, chaos. Le repère du « y » ou du « ph » à côté fonctionne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Rassurer explicitement : la production parfaite n'est pas demandée ici, seulement la reconnaissance.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 chaque mot avant de laisser répondre. Les extraits sont dans l'activité interactive, exercice 2 de « Je découvre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l'exercice pour de vrai avec un téléphone, en classe. Trente secondes, et la règle devient un réflexe.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gestes, à copier dans le cahier. Le dernier compte : on ne veut pas d'élèves qui passent dix minutes sur un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les billets : ils font une liste de mots utiles propre au groupe, et souvent bien meilleure que celle du manuel.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les lettres mentent : ch, x, 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Chronologie, orchestre, flash-back, schéma : le vocabulaire du cinéma est plein de mots dont l'écriture trompe l'oreille. Trois cas, et ils se comptent sur les doigts.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k derrière les lettres ch dans les mots savants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s derrière la lettre x dans les nombres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ch derrière les lettres sh et sch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un mot au dictionnaire quand on ne l'a qu'entendu.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Écoute ces quatre mots. Comment les écrirais-tu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cro-no-lo-gie · or-kestre · flach-back · ché-ma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Écris-les comme tu les entends, sans regarder.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Compare ensuite avec l'écriture réelle.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t'a le plus surpris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cas, et rien de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LETTRES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ENTEND, ET OÙ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son k, dans les mots savants : chronologie, orchestre, chorale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0344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0344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son s, dans quelques nombres : dix, six, soixante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sh, sch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son ch, dans les mots empruntés : flash-back, schéma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ch, ailleurs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son ch normal : chercher, chaque, chose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quatrième ligne est la règle ; les trois premières sont les exceptions.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MOTS SAVANTS GARDENT LEUR 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Presque tous les ch qui se disent k viennent du grec.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Chronologie, orchestre, chorale, chorégraphie, psychologie, technique : ce sont des mots d'école, de musique et de sciences. Ils sont peu nombreux et ils s'apprennent un par un — mais ils reviennent sans arrêt dès qu'on parle d'art.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X DE DIX, SIX ET SOIXANTE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x se dit comme un s, et il change encore selon ce qui suit.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Dix, tout seul, se dit « dis ». Dix minutes se dit « di minutes ». Dix ans se dit « diz ans ». Trois formes pour un seul mot, et personne ne vous reprendra si vous vous trompez : ce qui compte est de reconnaître les trois à l'écoute.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PHONÉTIQUE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mot, puis écrivez k, s ou 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chronologie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orchestre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chorale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soixante-dix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flash-back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schéma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chorégraphie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chronologie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orchestre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chorale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soixante-dix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flash-back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schéma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chorégraphie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CHERCHER AU DICTIONNAIRE LE MOT TEL QU'ON L'A ENTENDU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entendu « cronologie » : je cherche cronologie.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entendu « cronologie » : j'essaie ch à la place du 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conséquence pratique de toute la séance. Un mot entendu qui ne se trouve pas au dictionnaire n'est presque jamais un mot rare : c'est presque toujours un mot dont on a deviné l'écriture. Deux essais suffisent : ch à la place du k, x à la place du 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RÉFLEXE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mot entendu qui ne se trouve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Essaie 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son k dans un mot savant s'écrit souvent ch : chronologie.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Essaie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son s dans un nombre s'écrit souvent x : dix, six, soixante.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Essaie sh ou sch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son ch dans un mot court venu d'ailleurs : flash-back, schéma.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Sinon, demande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essais suffisent ; au-delà, c'est plus rapide de demander.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 mot que tu as déjà entendu sans savoir l'écrire.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seul mot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On les cherchera ensemble à la prochaine séance.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