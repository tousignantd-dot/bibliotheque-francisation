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Deuxième séance du Défi 1. Commencer par les billets de B1 : s'ils citent tous le même moment du film, reprendre celui-là image par image avant d'entrer dans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celui qui sert au-delà de ce film-ci : les signaux changent d'un réalisateur à l'autre, les objets non.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 deux extraits de dix secondes, sans son d'abord, puis avec le son. L'écart entre les deux essais est la démonstration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chercher d'autres objets datants dans le film : le poste de radio, le manteau, la camionnette.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la question à voix haute par le groupe. Elle doit devenir un automatisme, pas une connaissance.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Ne pas expliquer pourquoi elle la casse : c'est le dénouement, et il se garde pour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item est le seul piège : la phrase parle du passé, mais elle est dite aujourd'hui. Le faire remarquer avant la correction, sinon la moitié du groupe se trompe.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Rejouer la scène avec le son seulement, sans image ni sous-titres. Presque tout le monde entend la phrase à la deuxième 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gestes, à copier dans le cahier. Le dernier est celui qui évite l'abandon : se perdre une fois ne coûte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Les billets sans indice signalent les élèves qui devinent : ce sont eux à reprendre en B3.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B2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Avant ou après ? La seule question à tenir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seule question, posée à chaque changement d'image, et tenue jusqu'au générique. C'est tout ce qui sépare un spectateur qui suit d'un spectateur qui décroche.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film, et ce qu'on en écrit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la question « avant ou après ? » à chaque changement de scène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signaux propres à un réalisateur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dater une scène par l'âge des personnages et par les objets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replacer huit moments du film dans leur époque.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Regarde ces deux images du film. Laquelle vient avant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a changé dans la lumière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entend la même chose dans les deux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personnages ont-ils le même âge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 a-t-il un objet qui n'est pas à la même place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Quatre indices, quand les signaux échappent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L'INDICE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PERMET DE DATER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l'âge des personnages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Réal a dix-neuf ans, et seulement en 1978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les objets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lampe, un téléphone, une automobile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place d'un objet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lettre est dans le tiroir avant, dans la poche après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lumière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vendredi il fait noir, samedi gris, dimanche il neige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troisième ligne date une scène plus sûrement qu'une date affichée à l'écran.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UNE SEULE QUESTION, TENUE JUSQU'AU BOUT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chaque changement d'image : est-ce que ça, c'est avant ou après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n'est pas une question à se poser une fois, au début. C'est une habitude à tenir pendant deux heures. Un spectateur qui la tient peut manquer trois mots de vocabulaire sans rien perdre ; un spectateur qui la lâche peut tout comprendre et ne rien suivre.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UNE RÈGLE CASSÉE UNE FOIS EST UN EFFET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fois, c'est une 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la fin du film, on entend la mer aujourd'hui — la seule fois. La réalisatrice casse sa propre règle exprès, et c'est ce qui donne son sens à la dernière scène. Un film qui casserait sa règle sans raison serait simplement mal fait.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jours, ou novembre 1978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moment, dites à quelle époque il appartient.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Estelle descend de l'autobus devant l'église, le vendredi soir.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jeune homme et son chien attendent au bout du quai.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Estelle vide les armoires de la cuisine et fait des boîtes.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mère dit « ton frère avait le même manteau ».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Quelqu'un écrit une lettre à la table de cuisine, à la lampe.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bateau quitte le quai pendant que la musique s'arrête.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jours, ou novembre 1978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Estelle descend de l'autobus devant l'église, le vendredi soir.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trois jours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jeune homme et son chien attendent au bout du quai.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novembre 1978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Estelle vide les armoires de la cuisine et fait des boîtes.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trois jours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mère dit « ton frère avait le même manteau ».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trois jours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Quelqu'un écrit une lettre à la table de cuisine, à la lampe.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novembre 1978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bateau quitte le quai pendant que la musique s'arrête.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novembre 1978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CROIRE QU'UN JEUNE HOMME EST FORCÉMENT UN FILS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jeune homme du quai, c'est le fils d'Estelle.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jeune homme du quai, c'est son frère Réal, à dix-neuf ans.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phrase qui le dit dure une seconde : « ton frère avait le même manteau ». Elle est facile à manquer, surtout en lisant des sous-titres. Ce n'est pas une faute de compréhension, c'est une seconde d'attention prise ailleurs — et le film ne la répète pas.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RÉFLEXE DE SPECTATEUR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chaque changement d'image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Pose 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avant ou après ? Une seconde suffit, et elle ne coûte rien.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Écoute d'abord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son change avant l'image, presque toujours.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Cherche un âge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personnage qui rajeunit place la scène sans discussion.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Si tu te perds, continue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scène suivante réexplique presque toujours la précédente.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un moment du film et dis à quelle époque il appartient.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Par exemple : « la scène du quai - novembre 1978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moment, une époque, et l'indice qui te l'a dit.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film, et ce qu'on en écrit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