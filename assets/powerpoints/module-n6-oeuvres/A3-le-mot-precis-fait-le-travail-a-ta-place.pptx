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Troisième séance du bloc A. C'est la séance de vocabulaire du module, mais elle n'est pas une liste : elle enseigne un mécanisme, celui du champ lexical.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troisième objectif est celui qui déculpabilise : ne pas connaître le mot précis n'est pas une faute, c'est une situation qui a une solution.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Laisser chercher deux minutes sans donner les réponses. Les mots arriveront au tableau d'analyse ; l'effort de les chercher est ce qui les fixe.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remarquer que ce n'est pas la difficulté du mot qui compte, mais le détail qu'il porte.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Demander au groupe un champ lexical de leur métier : ils en ont tous un, et ils le maîtrisent souvent mieux en français qu'ils ne le croient.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Annoncer le Défi 3 dès maintenant : l'avis nuancé se prépare de loin.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deux derniers items changent de nature : ils passent du vocabulaire au jugement. Le faire remarquer, c'est la charnière de la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Ces quatre mots servent au Défi 3. Les poser ici donne trois semaines pour qu'ils décantent.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Deux minutes. Les billets où le mot est mal employé se reprennent en A4 : un mot précis mal employé fait plus de dégâts qu'un mot vague bien employé.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SÉANCE A3  ·  MODULE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Le mot précis fait le travail à ta place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Un film » suffit pour se faire comprendre. « Un court métrage » évite d'avoir à expliquer pourquoi ça ne durait que douze minutes.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Un film, et ce qu'on en écrit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Un film, et ce qu'on en écrit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ranger les mots du cinéma selon ce qui les distingue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choisir le mot précis quand on le connaît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ajouter un détail quand on ne le connaît pas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remplacer un jugement vague par un jugement précis.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Un film, et ce qu'on en écrit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7181A"/>
                </a:solidFill>
                <a:latin typeface="Verdana"/>
              </a:rPr>
              <a:t>Comment dirais-tu ces quatre choses en un seul mot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50976" y="2039112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film de douze minutes.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642108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50976" y="2824988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film qui montre des faits réels, avec une voix hors champ.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427984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50976" y="3610864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histoire découpée en épisodes, à la télévision.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213860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66928" y="4323588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50976" y="4396740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reprise de tous les films d'une même personne, des années après.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Un film, et ce qu'on en écrit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champ lexical du cinéma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877056"/>
          </a:xfrm>
          <a:prstGeom prst="roundRect">
            <a:avLst>
              <a:gd name="adj" fmla="val 377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MOT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QU'IL DIT DE PLUS QUE « FILM 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un long métrage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plus d'une heure, en salle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un court métrage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moins de vingt minutes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un documentaire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des faits réels, pas une fiction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une série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une histoire en épisodes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442569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4553712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une scène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3636" y="4553712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seul lieu, d'un seul tenant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32688" y="496519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32688" y="5093207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une rétrospective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43636" y="5093207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tous les films d'une personne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Un film, et ce qu'on en écrit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UN CHAMP LEXICAL, CE N'EST PAS UNE LISTE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C'est un groupe de mots proches, que distingue un seul détail.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2040128"/>
          </a:xfrm>
          <a:prstGeom prst="roundRect">
            <a:avLst>
              <a:gd name="adj" fmla="val 717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582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 programme donne lui-même deux exemples : le cinéma (documentaire, film, reportage, court métrage) et le logis (condo, maison, château, villa). On ne dit pas « maison » pour tout, parce que « maison » ne dit ni la taille, ni l'étage, ni le propriétaire.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Un film, et ce qu'on en écrit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LE MÊME MÉCANISME DANS LE JUGEMENT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2494788"/>
          </a:xfrm>
          <a:prstGeom prst="roundRect">
            <a:avLst>
              <a:gd name="adj" fmla="val 5864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6718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 adjectif précis appelle une réponse ; un adjectif vague ferme la discussion.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94404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4268724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C'était plate » ne se discute pas. « La première demi-heure est lente » se discute : on peut demander pourquoi, on peut répondre que c'est voulu. C'est ce qui sépare le niveau 6 du niveau 5, et c'est ce que le Défi 3 va travailler.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Un film, et ce qu'on en écrit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VOCABULAIRE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mot précis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Remplacez le mot vague par le mot exact.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J'ai vu un film de douze minutes.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C'est un film avec des vraies affaires.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254248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409696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bout où elle ouvre l'armoire.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3254248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409696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Ils repassent tous ses films.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368800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4524248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C'était bon.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4368800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4524248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C'était long.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Un film, et ce qu'on en écrit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mot précis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J'ai vu un film de douze minutes.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un court métrage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C'est un film avec des vraies affaires.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un documentaire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254248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409696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bout où elle ouvre l'armoire.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la scène de l'armoire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3254248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409696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Ils repassent tous ses films.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une rétrospective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368800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4524248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C'était bon.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le personnage est convaincant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4368800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4524248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C'était long.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la première demi-heure est lente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Un film, et ce qu'on en écrit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VOCABULAIRE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 mots pour dire ce qu'on en pense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1835753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critique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42761" y="2121408"/>
            <a:ext cx="8216245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 texte signé qui raconte un peu l'œuvre et qui dit surtout ce que son auteur en pense.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96037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3106674"/>
            <a:ext cx="1835753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reproche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42761" y="3106674"/>
            <a:ext cx="8216245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Ce qu'on dit à quelqu'un pour lui signaler ce qu'on trouve mal fait.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94563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4091939"/>
            <a:ext cx="1835753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convaincant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42761" y="4091939"/>
            <a:ext cx="8216245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Se dit de ce qui donne envie de croire, parce que c'est bien amené.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4930901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5077205"/>
            <a:ext cx="1835753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parti pris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42761" y="5077205"/>
            <a:ext cx="8216245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 choix assumé d'avance, qu'on garde même s'il déplaît.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Un film, et ce qu'on en écrit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Écris une phrase avec un mot précis du cinéma.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Par exemple : « J'ai vu un court métrage la semaine passée. 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Une phrase, pas plus.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Un film, et ce qu'on en écrit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