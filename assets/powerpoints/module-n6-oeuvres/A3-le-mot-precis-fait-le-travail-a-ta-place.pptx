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séance du bloc A. C'est la séance de vocabulaire du module, mais elle n'est pas une liste : elle enseigne un mécanisme, celui du champ lexical.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déculpabilise : ne pas connaître le mot précis n'est pas une faute, c'est une situation qui a une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deux minutes sans donner les réponses. Les mots arriveront au tableau d'analyse ; l'effort de les chercher est ce qui les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ce n'est pas la difficulté du mot qui compte, mais le détail qu'il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un champ lexical de leur métier : ils en ont tous un, et ils le maîtrisent souvent mieux en français qu'ils ne le croient.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Annoncer le Défi 3 dès maintenant : l'avis nuancé se prépare de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items changent de nature : ils passent du vocabulaire au jugement. Le faire remarquer, c'est la charnière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servent au Défi 3. Les poser ici donne trois semaines pour qu'ils décantent.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où le mot est mal employé se reprennent en A4 : un mot précis mal employé fait plus de dégâts qu'un mot vague bien employé.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mot précis fait le travail à ta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film » suffit pour se faire comprendre. « Un court métrage » évite d'avoir à expliquer pourquoi ça ne durait que douze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les mots du cinéma selon ce qui les distingue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mot précis quand on le connaît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un détail quand on ne le connaît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jugement vague par un jugement précis.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dirais-tu ces quatre choses en un seul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film de douze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film qui montre des faits réels, avec une voix hors champ.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histoire découpée en épisodes, à la télévision.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reprise de tous les films d'une même personne, des années après.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champ lexical du cinéma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 DE PLUS QUE « FILM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long métrage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d'une heure, en salle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court métrage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de vingt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documentaire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faits réels, pas une fiction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série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histoire en épisodes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scène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lieu, d'un seul tenant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rétrospective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films d'une personne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CHAMP LEXICAL, CE N'EST PAS UNE LISTE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un groupe de mots proches, que distingue un seul détail.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donne lui-même deux exemples : le cinéma (documentaire, film, reportage, court métrage) et le logis (condo, maison, château, villa). On ne dit pas « maison » pour tout, parce que « maison » ne dit ni la taille, ni l'étage, ni le propriétaire.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MÊME MÉCANISME DANS LE JUGEMENT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adjectif précis appelle une réponse ; un adjectif vague ferme la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C'était plate » ne se discute pas. « La première demi-heure est lente » se discute : on peut demander pourquoi, on peut répondre que c'est voulu. C'est ce qui sépare le niveau 6 du niveau 5, et c'est ce que le Défi 3 va travailler.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précis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mot vague par le mot exact.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un film de douze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film avec des vraies affaires.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bout où elle ouvre l'armoire.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repassent tous ses films.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C'était bon.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C'était long.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précis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un film de douze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court métrage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film avec des vraies affaires.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documentaire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bout où elle ouvre l'armoire.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scène de l'armoire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repassent tous ses films.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rétrospective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C'était bon.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personnage est convaincant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C'était long.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première demi-heure est lente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pour dire ce qu'on en pense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2761" y="2121408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texte signé qui raconte un peu l'œuvre et qui dit surtout ce que son auteur en pense.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reproche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2761" y="3106674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dit à quelqu'un pour lui signaler ce qu'on trouve mal fait.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convaincant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2761" y="4091939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dit de ce qui donne envie de croire, parce que c'est bien amené.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357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parti pris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2761" y="5077205"/>
            <a:ext cx="82162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choix assumé d'avance, qu'on garde même s'il déplaît.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un mot précis du cinéma.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« J'ai vu un court métrage la semaine passée.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pas plus.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