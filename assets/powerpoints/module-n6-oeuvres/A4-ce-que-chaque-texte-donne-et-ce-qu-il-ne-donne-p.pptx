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referme le tableau ouvert en A1 et prépare le Défi 1. Commencer par relire les billets de A1 : ils disent quel texte intimide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plus important et le plus vite oublié : aucun texte ne remplace le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phrases se reconnaissent à leur forme seule, sans contexte. Faire justifier chaque réponse : c'est l'exercice réel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tableau de A1 retourné : là-bas on partait du genre, ici on part de l'indice.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lien avec le Défi 1, qui commence la semaine prochaine : on va enfin regarder le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seul dont la réponse n'est pas un texte. Le garder pour la fin et le laisser tomber sans commentaire : il se retient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lieux sont ceux des photos de l'exercice 5. Les nommer maintenant évite de perdre du temps à les situer dans les blocs suivants.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raconter une expérience de ce genre. Presque tous les élèves en ont une, avec un formulaire ou une lettre officielle.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billets se relisent en B1, juste avant la bande-annonce : ils montrent au groupe qu'il savait déjà quoi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chaque texte donne, et ce qu'il ne donne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perd beaucoup de temps à chercher dans un texte ce qu'il ne contient pas : une opinion dans une biographie, une fin dans un résumé, une histoire dans une bande-annonce.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film, et ce qu'on en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texte à sa forme, en trois secondes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va y chercher avant de commencer à lire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qu'aucun de ces textes ne donne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les lieux du dossier : la salle, le quai, la maison, le journal.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D'où vient chacune de ces phrases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croyait n'avoir que des boîtes à faire.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entra dans une salle de montage en 1972.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Mon vrai reproche est ailleurs.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Montage : Aurélie Pichette.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Reconnaître un texte à sa 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TU VOIS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C'EST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voix, pas de fin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bande-annonce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des dates, du passé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biographie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quelqu'un dit « je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critique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l'histoire, sans jugement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résumé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1960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une liste de noms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1960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générique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secondes suffisent, et elles font gagner dix minutes de lecture.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QU'AUCUN TEXTE NE DONNE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déroulement complet n'est nulle part ailleurs que dans le film.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résumé s'arrête avant le dénouement. La critique le tait par politesse. La bande-annonce ment un peu par le ton. Et aucun des trois ne vous dira ce que vous, vous en penserez. C'est pour cela qu'un ciné-club projette avant de discuter, et jamais l'inverse.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texte, et pourquoi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le texte, puis dites à quoi vous l'avez reconnu.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minutes, une voix hors champ, aucune fin.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dates, un parcours, aucune opinion.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avis signé, publié après la sortie.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L'histoire en deux paragraphes, sans le dénouement.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a fait le montage, qui a fait la musique.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exact de tout ce qui arrive.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texte, et pourquoi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minutes, une voix hors champ, aucune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bande-annonce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dates, un parcours, aucune opinion.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biographie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avis signé, publié après la sortie.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critique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L'histoire en deux paragraphes, sans le dénouement.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résumé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 a fait le montage, qui a fait la musique.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générique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exact de tout ce qui arrive.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film - et rien d'autre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LIEUX DU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se passe le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salle Beauchemin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petite salle de projection de quartier, à Sherbrooke, le mercredi soir.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maison au bord de l'eau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celle qu'Estelle vient vider en trois jours, dans le film.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quai du village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l'endroit des retours en arrière, en novembre 1978.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L'Écho de la Magog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l'hebdomadaire local, où paraît la critique et où l'on écrira.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CHERCHER DANS UN TEXTE CE QU'IL NE CONTIENT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lis la biographie pour savoir ce que raconte le film.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lis le résumé pour savoir ce que raconte le film.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perte de temps la plus fréquente, et elle décourage : on lit dix lignes difficiles, on ne trouve rien, et on conclut qu'on n'a pas compris. Alors qu'on a très bien compris — simplement, la réponse n'était pas là.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Avant le film de la semaine prochaine, qu'est-ce que tu vas chercher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suffit.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Pense au tableau des trois secondes.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Un film, et ce qu'on en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