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2, et le cœur du niveau 6. Si une seule séance du module devait être gardée, ce serait celle-ci : la cohésion est ce qui sépare le niveau 6 des niveaux 3 et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faute précise et très fréquente au niveau 6. Elle se corrige en une séance et ne revient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sur la feuille verte, doigt sur la ligne. Le geste de reculer d'une phrase est la vraie compétence : le faire faire physiquement.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déculpabilise, et elle est vraie : un texte bien écrit ne fait jamais reculer de trois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les deux emplois dans la feuille verte : ils y sont tous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les quatre groupes en chœur : c'est un automatisme de rythme, pas une règle à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seul sans accent. Le garder pour la fin : il montre que « ou » et « où » n'ont aucun rapport entre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2 et 5 emploient « le » pour une idée entière : c'est le plus difficile des trois pronoms. Les corriger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gestes, à copier dans le cahier. Le quatrième est celui qui manque le plus souvent : trop de synonymes brouille autant que trop de répétitions.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billets qui ne disent pas ce que le pronom remplace signalent exactement les élèves à reprendre avant le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Où », et les petits mots qui renvoient en arrière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biographie de dix lignes contient six mots de deux lettres. Perdre le fil, ce n'est pas manquer un mot : c'est perdre à quoi il renvoie.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réunir deux phrases avec « où », pour un lieu ou pour un moment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à quoi renvoient « le », « en » et « y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mot sans le répéter, par un synonyme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plus écrire « le jour que » à la place de « le jour où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petits mots renvoient à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y resta onze ans. » - où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y vint, et elle refusa de parler. » - où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n'en parle qu'à ses étudiants. » - de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fois, il faut reculer d'une phrase. Essayons.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pronoms,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toute une idée : qu'elle a appris son métier au montage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groupe avec « de » : de son premier court métrage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lieu, ou un groupe avec « à » : à la salle Beauchemin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geste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reculer d'une phrase, jamais plus loin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le référent n'est pas dans la phrase d'avant, c'est le texte qui est mal écrit.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OÙ » FAIT DEUX MÉTIERS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remplace un complément de lieu, ou un complément de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Sherbrooke, où il avait été présenté en premier » parle d'une ville. « L'année où elle cessa de tourner » parle d'un moment. C'est le même mot, écrit pareil. Ce qui les distingue est le mot juste avant : une ville, une salle, une maison pour le lieu ; une année, un jour, un moment pour le temps.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JAMAIS « LE JOUR QUE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un mot de temps, c'est « où », et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jour que je suis arrivée » est la faute la plus fréquente du niveau 6, et elle vient d'une bonne logique : « que » fonctionne partout ailleurs. Ici, non. Le jour où, l'année où, le moment où, l'époque où.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Réunissez les deux phrases avec « où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née dans une famille. Personne n'y allait au cinéma.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entrée dans une salle. Elle y a appris son métier.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film est sorti en 1994. Cette année-là...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Estelle revient au village. Elle avait grandi là.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L'autobus est tombé en panne ce jour-là.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Tu viens mercredi ... jeudi, comme tu veux.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Réunissez les deux phrases avec « où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née dans une famille. Personne n'y allait au cinéma.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famille où personne n'allait au cinéma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entrée dans une salle. Elle y a appris son métier.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salle où elle a appris son métier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film est sorti en 1994. Cette année-là...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1994, l'année où le film est sorti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Estelle revient au village. Elle avait grandi là.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village où elle avait grandi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L'autobus est tombé en panne ce jour-là.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jour où l'autobus est tombé en panne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Tu viens mercredi ... jeudi, comme tu veux.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ou, sans accent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le, en ou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deuxième phrase avec le bon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rétrospective eut lieu à la salle. Elle est venue à la salle.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appris son métier au montage. Elle répète cela partout.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parle rarement de son court métrage. Elle en parle à ses étudiants.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film compte quatre retours en arrière. Bruno a compté quatre retours.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Personne ne sait pourquoi elle a cessé. Personne ne sait cela.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besoin de silence. Elle a toujours eu besoin de silence.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le, en ou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rétrospective eut lieu à la salle. Elle est venue à la salle.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elle y est 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appris son métier au montage. Elle répète cela partout.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elle le répète partout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parle rarement de son court métrage. Elle en parle à ses étudiants.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elle n'en parle qu'à ses étudiants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film compte quatre retours en arrière. Bruno a compté quatre retours.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Bruno en a compté quatre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Personne ne sait pourquoi elle a cessé. Personne ne sait cela.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personne ne le sait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besoin de silence. Elle a toujours eu besoin de silence.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elle en a toujours eu besoin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REPRENDRE SANS RÉPÉTER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L'autre façon d'éviter la répétition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 un synonyme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film, l'œuvre, ce long métrage.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 un mot plus général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Les Marées de novembre », ce film, cette histoire.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 une nominalisation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cessé de tourner : cet arrêt, cette décision.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Deux fois, pas trois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troisième reprise, le lecteur ne sait plus de quoi on parle.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où », et une avec « le », « en » ou « y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phrases, courtes.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ce que le pronom remplace, entre parenthèses.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