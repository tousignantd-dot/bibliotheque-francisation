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referme la chronologie du film et prépare la biographie du Défi 2, qui pose les mêmes questions sur un texte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l'exercice de synthèse du bloc : si le groupe le réussit, le Défi 1 est acquis.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vaut la démonstration : « elle a vidé la cuisine quand le téléphone sonnait » ne raconte plus la même scène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temps du récit sont maintenant réunis sur une seule diapositive : c'est la référence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: beaucoup d'élèves croient que la forme longue est une faute de débutant. Elle ne l'est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ligne est celle qui corrige le plus de copies : « avant » sans repère ne dit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items changent de nature : ils portent sur les marqueurs, pas sur les temps. Le dire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synthèse du bloc. Faire remarquer que l'ordre du film n'est pas celui-là : c'est l'ordre de l'histoire, celui qu'on emploie pour raconter à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C'est la première production du module, en miniature. Ramasser : ces billets préparent le compte rendu oral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durait, et les mots qui placent un moment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passé composé fait avancer l'histoire ; l'imparfait la fait tenir. Et six marqueurs de temps suffisent à placer n'importe quelle scène.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l'imparfait pour une action en cours dans le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partager le travail entre imparfait et passé composé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une scène avec un marqueur de temps précis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les trois jours du film dans l'ordre de l'histoire.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Qu'est-ce qui durait, et qu'est-ce qui est arrivé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vidait la cuisine quand le téléphone a sonné.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actions a duré le plus longtemps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Essaie de mettre « pendant que » devant l'une des deux.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échange les deux temps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temps, deux métiers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 DANS LE RÉCIT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imparfait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décor, ce qui durait : elle vidait la cuisine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passé composé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l'événement : le téléphone a sonné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plus-que-parfait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était déjà fait : elle avait pris l'autobus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« pendant que » passe devant, c'est l'imparfait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quatrième ligne est un test, pas une règle : elle ne se retient pas, elle s'utilise.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AVEC OU SANS « ÊTRE EN TRAIN DE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Elle lisait » et « elle était en train de lire » disent la même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forme longue insiste davantage, et elle est plus fréquente à l'oral. Aucune des deux n'est plus correcte que l'autre. Ce qu'il faut savoir, c'est qu'elles s'équivalent : entendre l'une et écrire l'autre ne change rien au sens.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marqueurs qui placent un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veille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d'avant celui dont on parle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lendemain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d'après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trois semaines plus tôt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distance mesurée vers l'arrière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depuis deux 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a commencé et ça continue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dès son arrivée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point de départ exact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avant, tout seul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quoi ? - il ne place rien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que la mère parlait, elle ... les sous-titres.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... des boîtes quand le téléphone a sonné.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vent ... depuis deux jours quand le bateau est parti.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fois que l'image changeait, la musique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arrive le vendredi soir ; ..., elle vide la cuisine.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n'avait pas revu la voisine ... quarante 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que la mère parlait, elle ... les sous-titres.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lisait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... des boîtes quand le téléphone a sonné.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faisait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vent ... depuis deux jours quand le bateau est parti.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soufflait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fois que l'image changeait, la musique ...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s'arrêtait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arrive le vendredi soir ; ..., elle vide la cuisine.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lendemain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n'avait pas revu la voisine ... quarante ans.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trois jours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Numérotez de 1 à 6, selon l'ordre de l'histoire.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lettre est écrite, trois semaines avant le départ du bateau.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prend l'autobus du matin, qui tombe en panne à Matane.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arrive au village et ouvre la maison de sa mère.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vide la cuisine et trouve la lettre dans le tiroir.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va frapper chez la voisine, celle qui savait.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ciné-club reste une demi-heure à discuter du film.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trois jours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lettre est écrite, trois semaines avant le départ du bateau.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prend l'autobus du matin, qui tombe en panne à Matane.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arrive au village et ouvre la maison de sa mère.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vide la cuisine et trouve la lettre dans le tiroir.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va frapper chez la voisine, celle qui savait.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ciné-club reste une demi-heure à discuter du film.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 en trois phrases ce qui se passe le samedi,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phrases, pas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au moins un plus-que-parfait.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