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Défi 1. Projeter la bande-annonce avant tout commentaire — deux minutes — puis laisser le silence trente secondes. Les réactions spontanées valent mieux que la première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premier objectif est l'intention de compréhension orale du programme, mot pour mot : regarder un film pour en repérer le déroulement.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piste est celle qui compte. Faire lister ce qui manque : c'est la démonstration en direct de ce qu'on a vu en A1.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les deux plus-que-parfaits de la bande-annonce : « où elle avait grandi », « qu'on ne lui avait jamais montrée ». Ils reviennent en B3, on ne fait que les signaler.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L'erreur de Thérèse est celle de la moitié du groupe, toujours. La nommer à voix haute déculpabilise et ouvre la séance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trois signaux au tableau et les y laisser tout le bloc B. Ils servent en B2, et le quatrième item de l'exercice les réutilise.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remarque sur les sous-titres est vraie pour tout le groupe et rarement dite : lire coûte de l'attention visuelle, et c'est l'image qui en paie le prix.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Le dénouement » se pose ici avec une consigne de classe : on ne le raconte pas. La tenir jusqu'à E2, y compris entre élèves.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 Le dernier item annonce B2 : une règle cassée une fois est un effet, cassée trois fois c'est une erreur.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Ces billets décident du rythme de B2 : s'ils citent tous le même moment, c'est celui-là qu'il faut reprendre image par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Trois jours, quatre retours en arrière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Les Marées de novembre » tient en trois jours, et recule quatre fois jusqu'en 1978. Un film difficile n'est presque jamais difficile à cause de ses mots.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 film, et ce qu'on en écrit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le déroulement d'un film malgré les retours en arrière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signaux qui annoncent un changement d'époque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une scène d'un retour en arrière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quatre mots du déroulement avec leur article.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Après la bande-annonce : qu'est-ce que tu sais déjà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est le personnage principal, et où va-t-elle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dure l'histoire, d'après ce qu'on t'a montré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la bande-annonce ne t'a pas dit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tu sais comment ça finit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bande-annonce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Écouter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890331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NARRATEUR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3019" y="2322576"/>
            <a:ext cx="8253107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Novembre. Une maison vide au bord de l'eau. Estelle Bourgault revient dans le village où elle avait grandi, pour vider la maison de sa mère en trois jours.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13842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303016"/>
            <a:ext cx="1890331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NARRATEUR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23019" y="3303016"/>
            <a:ext cx="8253107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Elle croyait n'avoir que des boîtes à faire. Mais dans le tiroir du bas, il y avait une lettre qu'on ne lui avait jamais montrée.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118864"/>
            <a:ext cx="11057839" cy="613664"/>
          </a:xfrm>
          <a:prstGeom prst="roundRect">
            <a:avLst>
              <a:gd name="adj" fmla="val 2384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283456"/>
            <a:ext cx="1890331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NARRATEUR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23019" y="4283456"/>
            <a:ext cx="8253107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Les Marées de novembre ». Un film d'Aurélie Pichette.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81482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979415"/>
            <a:ext cx="1890331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THÉRÈSE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23019" y="4979415"/>
            <a:ext cx="8253107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Bon. J'ai suivi, mais pas tout le temps. Il y a un moment où je ne savais plus si on était aujourd'hui ou avant.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scène du quai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5313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BRUNO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5822" y="1901952"/>
            <a:ext cx="86903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53134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THÉRÈSE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85822" y="2651252"/>
            <a:ext cx="8690305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scène du quai, avec le jeune homme et le chien. Elle arrive juste après la cuisine, et le lendemain matin, Estelle est encore dans la cuisine.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453134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BRUNO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85822" y="4076191"/>
            <a:ext cx="8690305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se suit très bien, mais pas dans l'ordre où c'est arrivé. La scène du quai, c'est un retour en arrière : novembre 1978. Le jeune homme, c'est son frère Réal.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33654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501132"/>
            <a:ext cx="145313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THÉRÈSE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85822" y="5501132"/>
            <a:ext cx="86903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Ah. Moi je pensais que c'était son fils.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signaux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53134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BRUNO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5822" y="1901952"/>
            <a:ext cx="8690305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film te l'avait dit avant, avec un détail : la mère dit « ton frère avait le même manteau ». Après cette phrase-là, tout le reste se replace.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16229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326892"/>
            <a:ext cx="145313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THÉRÈSE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85822" y="3326892"/>
            <a:ext cx="86903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n'ai pas entendu la phrase. J'étais en train de lire les sous-titres.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45313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BRUNO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85822" y="4076191"/>
            <a:ext cx="869030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Chez Pichette, il y a trois signaux : l'image devient plus froide, la musique disparaît, et le bruit de la mer revient.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45313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THÉRÈSE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85822" y="5163312"/>
            <a:ext cx="86903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Donc quand j'entends la mer, je suis en 1978.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signaux du film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ANNONCE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l'image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devient plus froide, presque grise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musique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s'arrête net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bruit de la mer revient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les trois ensemble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vient de reculer en novembre 1978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son est le plus sûr : on peut manquer une couleur en lisant les sous-titres.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mots du déroulement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88826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déroulement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95273" y="2121408"/>
            <a:ext cx="716373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L'ordre dans lequel les choses arrivent, du début jusqu'à la fin.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88826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scène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5273" y="3106674"/>
            <a:ext cx="716373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morceau de film qui se passe dans un seul lieu et d'un seul tenant.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88826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retour en arrière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5273" y="4091939"/>
            <a:ext cx="716373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passage qui montre ce qui s'était passé bien avant, puis qui revient.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88826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dénouement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5273" y="5077205"/>
            <a:ext cx="716373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moment de la fin où l'on apprend enfin comment tout se termine.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la bande-annonce et la discussion.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Estelle revient vider la maison de sa mère en trois jours.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jeune homme du quai est le fils d'Estelle.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retours en arrière se passent en novembre 1978.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film annonce chaque retour en arrière par trois signaux.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Estelle est arrivée au village le samedi matin.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réalisatrice suit sa règle jusqu'à la dernière image.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Estelle revient vider la maison de sa mère en trois jours.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jeune homme du quai est le fils d'Estelle.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c'est son frère Réal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retours en arrière se passent en novembre 1978.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film annonce chaque retour en arrière par trois signaux.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Estelle est arrivée au village le samedi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le vendredi soir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réalisatrice suit sa règle jusqu'à la dernière image.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la casse une fois, exprès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À quel moment as-tu perdu le fil, et qu'est-ce qui t'a fait décrocher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suffit.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Il n'y a pas de mauvaise réponse : tout le monde décroche une fois.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 film, et ce qu'on en écrit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