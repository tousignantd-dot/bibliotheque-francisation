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Distribuer la critique imprimée et la faire lire en silence avant tout commentaire. Demander ensuite, à main levée, qui est d'accord : la moitié du groupe l'est.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geste de la séance. Les trois autres sont les outils qui le rendent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de mémoire d'abord. L'écart entre la version retenue et le texte exact est presque toujours dans le même sens : plus dur. C'est la démonstration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Bruno lui-même résume la critique de façon un peu trop dure. Le faire remarquer : même quelqu'un d'expérimenté grossit en résumant.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de Thérèse est l'objectif 2 atteint. La faire répéter, puis chercher deux autres exemples de guillemets dans la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charnière du module. La quatrième réplique annonce D2, où le geste devient une leçon. Ne pas l'expliquer ici, seulement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Défi 3 : il revient en D2 et sert de contrôle avant d'écrire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trois procédés dans la critique, surlignés de trois couleurs.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Sa propre règle », qu'on emploie depuis B2, en est un exemple : ça ne veut pas dire que la règle est bien nettoyée.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phrase exacte pour les trois « faux ». C'est le même geste que le tableau d'analyse, appliqué une seconde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Exiger la citation exacte : les billets reformulés sont eux-mêmes la preuve du problème, et c'est un excellent départ pour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critique dit vraiment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Charbonneau n'a pas écrit que la voisine est inutile : il a écrit qu'elle arrive trop tard. Ce n'est pas la même chose, et c'est beaucoup plus difficile à contredire.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dans une critique le reproche exact, et non sa version grossie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guillemets qui mettent un mot à distance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reproche vérifiable d'une impression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 grand film et un film grand ne disent pas la même chose.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Qu'est-ce qu'il reproche exactement au film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Écris sa critique en une phrase, de mémoire.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Retourne au texte et retrouve la phrase exacte.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ta phrase était plus dure que la sienne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quoi porte chacun de ses trois reproches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reproches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5313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5822" y="2322576"/>
            <a:ext cx="869030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Tiens, la critique a paru ce matin dans L'Écho de la Magog. Léo Charbonneau. Il n'a pas aimé.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45313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5822" y="3374136"/>
            <a:ext cx="869030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le droit. Qu'est-ce qu'il reproche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41063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05655"/>
            <a:ext cx="1453134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5822" y="4105655"/>
            <a:ext cx="8690305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choses. Que le film soit trop lent dans sa première demi-heure. Que les retours en arrière soient mal annoncés. Et que le personnage de la voisine ne serve à rien.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1266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477255"/>
            <a:ext cx="145313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822" y="5477255"/>
            <a:ext cx="869030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voisine ? C'est elle qui donne la lettre. Sans elle, il n'y a pas de film.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dit, et ce qu'on croit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attention : il ne dit pas qu'elle est inutile, il dit qu'elle arrive trop tard. Ce n'est pas la même chose, et c'est plus difficile à contredire.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dois lire ce qu'il dit vraiment, pas ce que je crois qu'il 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373837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Toujours. Et regarde comment il écrit son avis. Il écrit : « un film qu'on dit ambitieux, faute de savoir quoi en dire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4825491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guillemets autour d'ambitieux, ils veulent dire qu'il n'y croit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Accorder un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Moi, je ne suis pas d'accord avec lui, mais pas complètement non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7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33472"/>
            <a:ext cx="1453134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633472"/>
            <a:ext cx="869030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Voilà la phrase que j'attendais depuis le début de l'année. Continue.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399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364991"/>
            <a:ext cx="1453134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3364991"/>
            <a:ext cx="8690305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première demi-heure est lente, c'est vrai. J'ai regardé l'heure deux fois. Mais je pense que c'est voulu : trois jours pour vider une maison, ça ne peut pas être rapide.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71999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736591"/>
            <a:ext cx="145313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4736591"/>
            <a:ext cx="869030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viens de faire quelque chose que peu de gens font : tu lui accordes un point avant de lui répondre. Ça donne du poids à ce qui suit.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écrit, ce qu'on croit qu'il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VERSION 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TEXTE EXACT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c'est un mauvais film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film qu'on dit « ambitieux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début est ennuyant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avance à la vitesse d'un déménagement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c'est une maladresse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n'est pas une maladresse : c'est un parti pris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voisine est inutile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personnage de la voisine arrive trop tard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il a détesté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beau film qui a manqué d'être un grand film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fois, la version retenue est plus dure que le texte.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FAÇONS DE DIRE DU MAL SANS LE DIRE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guillemets, la comparaison, le compliment retourné.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critique expérimenté évite les mots durs : ils sont trop faciles à réfuter. Il met « ambitieux » entre guillemets, il compare le rythme à un déménagement, et il termine par « un beau film qui a manqué d'être un grand film ». Aucune de ces phrases ne se renvoie telle quelle.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GRAND FILM, UN FILM GRAND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le nom, l'adjectif juge ; après le nom, il décrit ce qui se mesure.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grand film est important ; un homme grand se mesure en centimètres. Une ancienne salle n'en est plus une ; une salle ancienne est vieille. Un drôle de personnage est étrange ; un personnage drôle fait rire. Cinq adjectifs seulement : grand, ancien, drôle, propre, nouveau.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critique et la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Charbonneau reproche au film trois choses.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écrit que le personnage de la voisine est inutile.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met « ambitieux » entre guillemets parce qu'il trouve le mot juste.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accorde que la première demi-heure est lente.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Thérèse, cette lenteur est une maladresse.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L'Écho de la Magog publie des réponses de lecteurs.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Charbonneau reproche au film trois choses.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écrit que le personnage de la voisine est inutile.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qu'il arrive trop tard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368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085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met « ambitieux » entre guillemets parce qu'il trouve le mot juste.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ne le reprend pas à son compte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6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accorde que la première demi-heure est lente.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Thérèse, cette lenteur est une maladresse.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 parti pris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L'Écho de la Magog publie des réponses de lecteurs.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 le reproche de Charbonneau que tu trouves le plus juste.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Recopie-le exactement, sans le reformuler.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 un mot pour dire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