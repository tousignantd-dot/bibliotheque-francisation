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Distribuer la feuille verte — la biographie imprimée — avant de parler, et laisser lire trois minutes en silence. Les réactions viennent seules.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l'intention de compréhension écrite du programme, mot pour mot : lire une biographie.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personne ne répond « le vocabulaire ». C'est la démonstration du niveau 6 : ce qui bloque n'est plus le lexique, c'est la cohésion.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sans le texte sous les yeux. Un texte au passé simple entendu se comprend souvent mieux que lu : l'oreille ne bute pas sur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de Bruno est la consigne du module : reconnaître, pas produire. La répéter chaque fois qu'un élève s'inquiète, et ils s'inquiètent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L'hésitation de Thérèse, puis sa correction, est exactement le geste qu'on enseigne en C4 : reculer d'une phrase.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Défi 2 ; C2, C3 et C4 en prennent chacune 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Le montage » est le mot clé du bloc : onze ans de montage expliquent pourquoi ce film-là est construit en quatre morceaux.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phrase exacte pour chaque réponse, doigt sur la ligne. C'est l'exercice de lecture, pas l'exercice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décident de l'ordre de C2 à C4 : si tous citent des verbes, commencer par le passé simple ; s'ils citent des pronoms, commencer par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feuille verte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 lignes sur une demi-feuille, et tout ce qui arrête un lecteur : des verbes qu'on ne dit jamais, des dates dans le désordre, et six petits mots qui renvoient en arrière.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biographie lue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verbes d'un temps qu'on ne parle jamais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les dates d'un texte sur une ligne du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de la fabrication d'un film.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te ralentit dans ce texte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le vocabulaire, ou autre chose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verbes que tu n'as jamais entendus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dates sont-elles dans l'ordre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le texte dit-il « elle » sans nommer la personne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lecture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feuille retournée.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4705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9738" y="2322576"/>
            <a:ext cx="85963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qu'on se quitte, prends la feuille verte. Je la lis à voix haute pour ceux qui n'ont pas leurs lunettes.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54705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LECTRICE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9738" y="3303016"/>
            <a:ext cx="85963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Aurélie Pichette naquit à Rimouski en 1951, dans une famille où personne n'allait au cinéma.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54705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LECTRICE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9738" y="4283456"/>
            <a:ext cx="85963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entra par hasard dans une salle de montage en 1972 et y resta onze ans. C'est là qu'elle apprit son métier, dit-elle, et non dans une école.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54705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LECTRICE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9738" y="5263895"/>
            <a:ext cx="85963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attendit quinze ans avant de tourner un long métrage. « Les Marées de novembre » sortit en 1994, dans huit salles seulement.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verbes qu'on n'entend jamais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Attends, Bruno. Il y a des verbes que je n'ai jamais entendus. « Elle naquit », « elle entra », « il fut ». Personne ne parle comme ça.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Personne, non. C'est le passé simple. On ne le parle jamais, mais on le lit tout le temps : dans les biographies, dans les romans, dans les documentaires.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41401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dois apprendre à l'écrire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16331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jamais. Tu dois seulement le reconnaître. « Elle naquit », c'est « elle est née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travaux pour un seul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5822" y="190195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film tint l'affiche onze semaines à Sherbrooke, où il avait été présenté en premier. » Le « où », il parle de la ville ou du moment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5822" y="2989072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ville. Et c'est une vraie question, parce que le même petit mot sert aussi pour le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5313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BRUNO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5822" y="4076191"/>
            <a:ext cx="86903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la dernière phrase : « Elle y vint, et elle refusa de parler. » Le « y », il remplace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5313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THÉRÈSE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5822" y="5163312"/>
            <a:ext cx="86903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rétrospective ? Non... la salle Beauchemin. Elle est venue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obstacles, trois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L'OBSTACLE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verbes au passé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traduire dans sa tête : elle naquit, elle est 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dates en désordre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ligne du temps au crayon, dans la marge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petits mots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reculer d'une phrase, jamais plus loin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qu'on ne fait 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chercher chaque mot inconnu : on perd le fil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gestes, dans cet ordre. Le troisième est le plus rentable.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pour fabriquer un film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692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réalisatrice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281" y="2121408"/>
            <a:ext cx="74827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dirige le tournage d'un film et qui décide de sa forme.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692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tournage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281" y="3106674"/>
            <a:ext cx="74827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pendant laquelle on filme, avec l'équipe et les acteurs.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692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montage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281" y="4091939"/>
            <a:ext cx="74827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travail de choisir les morceaux filmés et de les mettre dans l'ordre voulu.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6927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rétrospective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281" y="5077205"/>
            <a:ext cx="748272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série de projections qui reprend tous les films d'une même personne.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biographie lue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Aurélie Pichette est née à Rimouski en 1951.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partie à Montréal pour étudier le cinéma.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travaillé onze ans dans une salle de montage.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premier court métrage a été projeté trois fois seulement.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critique de l'époque a bien accueilli le film.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a tenu l'affiche onze semaines à Sherbrooke.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Aurélie Pichette est née à Rimouski en 1951.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partie à Montréal pour étudier le cinéma.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la comptabilité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travaillé onze ans dans une salle de montage.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premier court métrage a été projeté trois fois seulement.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critique de l'époque a bien accueilli le film.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fut sévère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a tenu l'affiche onze semaines à Sherbrooke.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phrase de la biographie qui t'a le plus arrêté.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Recopie-la telle 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 un mot pour dire ce qui t'a arrêté.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