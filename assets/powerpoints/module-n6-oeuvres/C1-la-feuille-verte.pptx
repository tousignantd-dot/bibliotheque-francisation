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2. Distribuer la feuille verte — la biographie imprimée — avant de parler, et laisser lire trois minutes en silence. Les réactions viennent seules.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est l'intention de compréhension écrite du programme, mot pour mot : lire une biographie.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Presque personne ne répond « le vocabulaire ». C'est la démonstration du niveau 6 : ce qui bloque n'est plus le lexique, c'est la cohésion.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sans le texte sous les yeux. Un texte au passé simple entendu se comprend souvent mieux que lu : l'oreille ne bute pas sur l'orthographe.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de Bruno est la consigne du module : reconnaître, pas produire. La répéter chaque fois qu'un élève s'inquiète, et ils s'inquiètent tous.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L'hésitation de Thérèse, puis sa correction, est exactement le geste qu'on enseigne en C4 : reculer d'une phrase. La nommer.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le tableau de référence du Défi 2 ; C2, C3 et C4 en prennent chacune une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Le montage » est le mot clé du bloc : onze ans de montage expliquent pourquoi ce film-là est construit en quatre morceaux.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retrouver la phrase exacte pour chaque réponse, doigt sur la ligne. C'est l'exercice de lecture, pas l'exercice de mémoire.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Ces billets décident de l'ordre de C2 à C4 : si tous citent des verbes, commencer par le passé simple ; s'ils citent des pronoms, commencer par C4.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C1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feuille verte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Dix lignes sur une demi-feuille, et tout ce qui arrête un lecteur : des verbes qu'on ne dit jamais, des dates dans le désordre, et six petits mots qui renvoient en arrière.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 film, et ce qu'on en écrit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biographie lue à voix haute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les verbes d'un temps qu'on ne parle jamais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ranger les dates d'un texte sur une ligne du temps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les quatre mots de la fabrication d'un film.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te ralentit dans ce texte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le vocabulaire, ou autre chose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Y a-t-il des verbes que tu n'as jamais entendus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dates sont-elles dans l'ordre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fois le texte dit-il « elle » sans nommer la personne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lecture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Écouter d'abord, feuille retournée.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4705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79738" y="2322576"/>
            <a:ext cx="85963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Avant qu'on se quitte, prends la feuille verte. Je la lis à voix haute pour ceux qui n'ont pas leurs lunettes.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13842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303016"/>
            <a:ext cx="154705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LECTRICE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79738" y="3303016"/>
            <a:ext cx="85963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Aurélie Pichette naquit à Rimouski en 1951, dans une famille où personne n'allait au cinéma.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11886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4283456"/>
            <a:ext cx="154705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LECTRICE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79738" y="4283456"/>
            <a:ext cx="85963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entra par hasard dans une salle de montage en 1972 et y resta onze ans. C'est là qu'elle apprit son métier, dit-elle, et non dans une école.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5099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5263895"/>
            <a:ext cx="154705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LECTRICE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79738" y="5263895"/>
            <a:ext cx="8596388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Elle attendit quinze ans avant de tourner un long métrage. « Les Marées de novembre » sortit en 1994, dans huit salles seulement.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verbes qu'on n'entend jamais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Attends, Bruno. Il y a des verbes que je n'ai jamais entendus. « Elle naquit », « elle entra », « il fut ». Personne ne parle comme ça.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342644"/>
          </a:xfrm>
          <a:prstGeom prst="roundRect">
            <a:avLst>
              <a:gd name="adj" fmla="val 10896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53134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989072"/>
            <a:ext cx="8690305" cy="10683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Personne, non. C'est le passé simple. On ne le parle jamais, mais on le lit tout le temps : dans les biographies, dans les romans, dans les documentaires.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2494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41401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441401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je dois apprendre à l'écrire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516331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Non, jamais. Tu dois seulement le reconnaître. « Elle naquit », c'est « elle est née ».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Deux travaux pour un seul mot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5822" y="190195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Le film tint l'affiche onze semaines à Sherbrooke, où il avait été présenté en premier. » Le « où », il parle de la ville ou du moment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2447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989072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85822" y="2989072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 la ville. Et c'est une vraie question, parce que le même petit mot sert aussi pour le temps.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1160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76191"/>
            <a:ext cx="1453134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BRUNO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85822" y="4076191"/>
            <a:ext cx="8690305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Regarde la dernière phrase : « Elle y vint, et elle refusa de parler. » Le « y », il remplace quoi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99872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163312"/>
            <a:ext cx="1453134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THÉRÈSE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85822" y="5163312"/>
            <a:ext cx="8690305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rétrospective ? Non... la salle Beauchemin. Elle est venue ici.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obstacles, trois gestes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99816"/>
          </a:xfrm>
          <a:prstGeom prst="roundRect">
            <a:avLst>
              <a:gd name="adj" fmla="val 471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L'OBSTACLE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verbes au passé simple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traduire dans sa tête : elle naquit, elle est née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dates en désordre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36976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ligne du temps au crayon, dans la marge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les petits mots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reculer d'une phrase, jamais plus loin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ce qu'on ne fait pas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chercher chaque mot inconnu : on perd le fil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148072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404104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Trois gestes, dans cet ordre. Le troisième est le plus rentable.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mots pour fabriquer un film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5692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réalisatrice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281" y="2121408"/>
            <a:ext cx="74827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personne qui dirige le tournage d'un film et qui décide de sa forme.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6037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106674"/>
            <a:ext cx="25692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tournage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76281" y="3106674"/>
            <a:ext cx="74827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La période pendant laquelle on filme, avec l'équipe et les acteurs.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091939"/>
            <a:ext cx="25692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le montage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76281" y="4091939"/>
            <a:ext cx="74827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travail de choisir les morceaux filmés et de les mettre dans l'ordre voulu.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4930901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5077205"/>
            <a:ext cx="2569273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rétrospective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76281" y="5077205"/>
            <a:ext cx="7482725" cy="76580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Une série de projections qui reprend tous les films d'une même personne.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la biographie lue à voix haute.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Aurélie Pichette est née à Rimouski en 1951.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partie à Montréal pour étudier le cinéma.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travaillé onze ans dans une salle de montage.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premier court métrage a été projeté trois fois seulement.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critique de l'époque a bien accueilli le film.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film a tenu l'affiche onze semaines à Sherbrooke.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Aurélie Pichette est née à Rimouski en 1951.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est partie à Montréal pour étudier le cinéma.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la comptabilité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Elle a travaillé onze ans dans une salle de montage.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Son premier court métrage a été projeté trois fois seulement.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critique de l'époque a bien accueilli le film.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- elle fut sévère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film a tenu l'affiche onze semaines à Sherbrooke.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Écris la phrase de la biographie qui t'a le plus arrêté.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Recopie-la telle quelle.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 un mot pour dire ce qui t'a arrêté.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C1 · Un film, et ce qu'on en écrit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