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Deuxième séance du Défi 2. C'est la séance qui prépare l'exercice de type « texte » de l'activité interactive : l'élève y clique dans le texte le passage qui répond à chaque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premier objectif est le geste de lecture du niveau 6 : on ne demande pas ce que le texte raconte, on demande où il le dit.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souligner sur la feuille verte, physiquement. La différence entre « je crois que c'est huit » et un passage souligné est toute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construire la ligne du temps par le groupe, au tableau, avant de projeter celle-ci.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Annoncer l'exercice 2 du Défi 2 dans l'activité : c'est exactement ce geste-là, en version cliquable.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 test du retrait se fait à voix haute, phrase par phrase, sur le premier paragraphe.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Exiger le passage recopié, pas une reformulation. C'est la seule façon de vérifier qu'ils l'ont trouvé et non deviné.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appliquer le test du retrait pour chaque item contesté. Le groupe discute surtout du premier : c'est bon signe.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Chronométrer les deux façons de faire sur le même paragraphe, en classe. La démonstration est plus convaincante que l'argument.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minutes. Les questions des élèves sont souvent meilleures que celles du manuel, et les échanger fait travailler deux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C2  ·  MODULE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Lire un texte suivi, et trier ce qu'il dit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texte suivi ne se lit pas comme une liste de phrases. Chercher une réponse dans un texte, c'est retrouver un passage précis — pas se souvenir d'une impression.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Un film, et ce qu'on en écrit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retrouver dans un texte le passage exact qui répond à une question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l'idée principale d'un paragraphe de ses détails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ranger les dates d'une biographie sur une ligne du temps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garder les chiffres qui expliquent, jeter ceux qui précisent.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Où, exactement, le texte répond-il à cette question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Dans combien de salles le film est-il sorti ?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Trouve la phrase, puis souligne le passage précis.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mots as-tu soulignés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tu aurais pu répondre sans relire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ligne du temps d'Aurélie Pichette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877056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L'ANNÉE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QUI ARRIVE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1951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naissance à Rimouski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1972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salle de montage, pour onze ans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1979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court métrage, projeté trois fois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1994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long métrage, huit salles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55371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2007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55371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 cesse de tourner, elle enseigne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2688" y="49651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32688" y="5093207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2016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43636" y="5093207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rétrospective à la salle Beauchemin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CHERCHER UN PASSAGE, PAS UN SOUVENIR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chaque question, on retourne au texte et on met le doigt dessus.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ce que l'activité interactive demande : choisir une question, puis cliquer dans le texte le passage qui y répond. Répondre de mémoire fonctionne une fois sur deux, et l'autre fois on ne sait pas qu'on s'est trompé.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L'IDÉE PRINCIPALE ET LE DÉTAIL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Retire la phrase. Si le paragraphe tient encore debout, c'était un détail.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L'idée principale répond à « de quoi parle ce paragraphe ? ». Le détail répond à « quand ? combien ? où exactement ? ». Un chiffre est presque toujours un détail — presque : onze ans de montage porte tout le paragraphe, parce que c'est ce qui explique la suite.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Où le texte le dit-il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Retrouvez le passage exact, puis recopiez-le.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Qu'est-elle allée étudier à Montréal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Combien de temps est-elle restée au montage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Qu'est-il arrivé à son premier court métrage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Dans combien de salles le film est-il sorti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Où le film a-t-il été présenté en premier 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Qu'a-t-elle fait à la rétrospective 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Où le texte le dit-il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Qu'est-elle allée étudier à Montréal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étudier la comptabilité à Montréal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Combien de temps est-elle restée au montage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y resta onze ans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Qu'est-il arrivé à son premier court métrage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ne fut projeté que trois fois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Dans combien de salles le film est-il sorti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dans huit salles seulement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Où le film a-t-il été présenté en premier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à Sherbrooke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Qu'a-t-elle fait à la rétrospective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elle refusa de parler avant la projection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Idée principale ou détail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Classez chaque phrase du texte.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145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7853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Elle a appris son métier au montage, et non dans une école.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145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47853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Elle est née à Rimouski en 1951.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183127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45795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52196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338575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Son premier long métrage n'est venu qu'après quinze ans.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183127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45795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52196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338575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court métrage durait douze minutes.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226560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5013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5653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382008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critique fut sévère, mais le public est revenu.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226560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5013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5653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382008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film est sorti dans huit salles.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Idée principale ou détail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145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7853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Elle a appris son métier au montage, et non dans une école.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idée principale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145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47853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Elle est née à Rimouski en 1951.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détail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183127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45795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52196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338575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Son premier long métrage n'est venu qu'après quinze ans.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idée principale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183127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45795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52196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338575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court métrage durait douze minutes.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détail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226560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5013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5653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382008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critique fut sévère, mais le public est revenu.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idée principale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226560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5013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5653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382008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film est sorti dans huit salles.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détail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CHERCHER CHAQUE MOT INCONNU AU DICTIONNAIRE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m'arrête à « rétrospective » et je cherche.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continue, et je cherche à la fin du paragraphe.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texte suivi se perd quand on s'arrête. Le sens d'un mot inconnu s'éclaire souvent trois lignes plus loin, et il ne coûte alors rien. S'arrêter à chaque mot coûte, lui, le fil du texte — qui est justement ce que le niveau 6 demande de tenir.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Écris une question dont la réponse est dans la biographie.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question, et le passage qui y répond.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On les échangera à la prochaine séance.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Un film, et ce qu'on en écrit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