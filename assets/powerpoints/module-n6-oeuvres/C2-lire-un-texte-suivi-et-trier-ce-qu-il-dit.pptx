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2. C'est la séance qui prépare l'exercice de type « texte » de l'activité interactive : l'élève y clique dans le texte le passage qui répond à chaque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geste de lecture du niveau 6 : on ne demande pas ce que le texte raconte, on demande où il le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sur la feuille verte, physiquement. La différence entre « je crois que c'est huit » et un passage souligné est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la ligne du temps par le groupe, au tableau, avant de projeter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Annoncer l'exercice 2 du Défi 2 dans l'activité : c'est exactement ce geste-là, en version cliquable.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du retrait se fait à voix haute, phrase par phrase, sur le premier paragraphe.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le passage recopié, pas une reformulation. C'est la seule façon de vérifier qu'ils l'ont trouvé et non deviné.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du retrait pour chaque item contesté. Le groupe discute surtout du premier : c'est bon 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les deux façons de faire sur le même paragraphe, en classe. La démonstration est plus convaincante que l'argument.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questions des élèves sont souvent meilleures que celles du manuel, et les échanger fait travailler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texte suivi, et trier ce qu'il 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suivi ne se lit pas comme une liste de phrases. Chercher une réponse dans un texte, c'est retrouver un passage précis — pas se souvenir d'une impression.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un texte le passage exact qui répond à une question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l'idée principale d'un paragraphe de ses détails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ranger les dates d'une biographie sur une ligne du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les chiffres qui expliquent, jeter ceux qui précisent.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Où, exactement, le texte répond-il à cette question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Dans combien de salles le film est-il sorti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Trouve la phrase, puis souligne le passage précis.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mots as-tu soulignés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aurais pu répondre sans relire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ligne du temps d'Aurélie Pichette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L'ANNÉE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1951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naissance à Rimouski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1972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salle de montage, pour onze 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1979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court métrage, projeté trois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1994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long métrage, huit salles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cesse de tourner, elle enseigne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rétrospective à la salle Beauchemin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CHERCHER UN PASSAGE, PAS UN SOUVENIR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question, on retourne au texte et on met le doigt dessus.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ce que l'activité interactive demande : choisir une question, puis cliquer dans le texte le passage qui y répond. Répondre de mémoire fonctionne une fois sur deux, et l'autre fois on ne sait pas qu'on s'est trompé.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L'IDÉE PRINCIPALE ET LE DÉTAIL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Retire la phrase. Si le paragraphe tient encore debout, c'était un détail.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L'idée principale répond à « de quoi parle ce paragraphe ? ». Le détail répond à « quand ? combien ? où exactement ? ». Un chiffre est presque toujours un détail — presque : onze ans de montage porte tout le paragraphe, parce que c'est ce qui explique la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le texte le dit-il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le passage exact, puis recopiez-le.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Qu'est-elle allée étudier à Montréal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est-elle restée au montage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Qu'est-il arrivé à son premier court métrage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combien de salles le film est-il sorti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le film a-t-il été présenté en premier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Qu'a-t-elle fait à la rétrospective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le texte le dit-il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Qu'est-elle allée étudier à Montréal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étudier la comptabilité à Montréal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est-elle restée au montage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 resta onze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Qu'est-il arrivé à son premier court métrage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fut projeté que trois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combien de salles le film est-il sorti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huit salles seulement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le film a-t-il été présenté en premier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Sherbrooke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Qu'a-t-elle fait à la rétrospective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refusa de parler avant la projection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Idée principale ou détail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phrase du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appris son métier au montage, et non dans une école.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née à Rimouski en 1951.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Son premier long métrage n'est venu qu'après quinze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court métrage durait douze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critique fut sévère, mais le public est revenu.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film est sorti dans huit salles.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Idée principale ou détail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appris son métier au montage, et non dans une école.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idée principale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née à Rimouski en 1951.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détail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Son premier long métrage n'est venu qu'après quinze ans.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idée principale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court métrage durait douze minutes.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détail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critique fut sévère, mais le public est revenu.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idée principale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film est sorti dans huit salles.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détail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CHERCHER CHAQUE MOT INCONNU AU DICTIONNAIRE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m'arrête à « rétrospective » et je cherche.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continue, et je cherche à la fin du paragraphe.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suivi se perd quand on s'arrête. Le sens d'un mot inconnu s'éclaire souvent trois lignes plus loin, et il ne coûte alors rien. S'arrêter à chaque mot coûte, lui, le fil du texte — qui est justement ce que le niveau 6 demande de tenir.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question dont la réponse est dans la biographie.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question, et le passage qui y répond.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les échangera à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