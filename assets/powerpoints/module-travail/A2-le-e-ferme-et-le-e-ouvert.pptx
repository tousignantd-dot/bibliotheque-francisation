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« père » et « dépanné ». Faire dire les deux mots par cinq élèves et demander si la voyelle est la même. Les avis seront partagés : c'est le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tableau. Elle a des exceptions, mais elle explique la grande majorité des cas — et surtout les mots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mots repères en alternance, en exagérant l'ouverture de la bouche. Dix allers-retours.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le test de la main par tout le groupe en même temps. C'est le seul critère qui ne demande pas d'oreille exercée.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Hiver » et « mer » sont les deux exceptions à retenir. Les faire écrire au tableau, entourées.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mot deux fois, sans le montrer. « Hiver » est l'exception : le garder pour la fin de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confusion cause l'erreur d'orthographe la plus fréquente du français écrit. Le signaler ici, sans encore donner la règle du choix : elle viendra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« hiver » dix fois. Le mot revient tout l'hiver dans les conversations sur les retards : il vaut la peine d'être 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Ici on va du son vers l'écriture : c'est le sens le plus difficile. Laisser trois minutes de recherche.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debout et lentement. La deuxième phrase contient les deux sons en alternance : c'est le vrai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circulant. Un élève qui place « hiver » dans la colonne du « é » n'a pas retenu l'exception : le reprendre individuellement.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SÉANCE A2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« é » fermé et le « è » ouvert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Dépanner » et « dépanné » s'écrivent presque pareil et se prononcent pareil. « Père » et « dépanné », non. Un accent, deux sons, et une règle qui tient à la place dans le mot.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« é » fermé et le « è » ouvert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quelles lettres écrivent chacun des deux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la règle de la fin de mot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correctement les mots du module.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LA RÈGLE DE 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F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 d'un mot, c'est presque toujours le « é » fermé.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Dépanné, travailler, j'aimerais, dépanner : tous se terminent par le son « é ». Au milieu d'un mot, devant deux consonnes ou devant l ou r prononcés, c'est le « è » ouvert : père, nouvelle, hiver.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sons, leurs lettres, un mot repère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020824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S'ÉCRIT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MOT REPÈRE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6B4FBB"/>
                </a:solidFill>
                <a:latin typeface="Verdana"/>
              </a:rPr>
              <a:t>le « é » fermé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é, er, ez, ai en finale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dépanné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6B4FBB"/>
                </a:solidFill>
                <a:latin typeface="Verdana"/>
              </a:rPr>
              <a:t>le « è » ouvert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è, ê, ei, ai + consonne, e + l, e + 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père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6908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32511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« é » fermé : la bouche presque fermée, un son court et net. Le « è » ouvert : la bouche plus ouverte, un son plus long.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LA BOUCHE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les distinguer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6B4FBB"/>
                </a:solidFill>
                <a:latin typeface="Verdana"/>
              </a:rPr>
              <a:t>Le « é » fermé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bouche est presque fermée, les lèvres étirées comme pour un sourire. Le son est court. Comme dans dépanné, travailler, j'aimerais.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6B4FBB"/>
                </a:solidFill>
                <a:latin typeface="Verdana"/>
              </a:rPr>
              <a:t>Le « è » ouvert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bouche s'ouvre davantage, la mâchoire descend. Le son est plus long. Comme dans père, tête, treize, semaine.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6B4FBB"/>
                </a:solidFill>
                <a:latin typeface="Verdana"/>
              </a:rPr>
              <a:t>Le test de la 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Placez la main sous le menton. Pour « è », la mâchoire descend et pousse la main. Pour « é », elle ne bouge presque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6B4FBB"/>
                </a:solidFill>
                <a:latin typeface="Verdana"/>
              </a:rPr>
              <a:t>Les deux dans un mot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Répète » contient les deux : « ré » fermé, « pè » ouvert. C'est le meilleur exercice de la séance.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lettres qui donnent le « è » ouvert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LETTRES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père, très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tête, être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ei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treize, seize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ai + consonne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semaine, aime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6B4FBB"/>
                </a:solidFill>
                <a:latin typeface="Verdana"/>
              </a:rPr>
              <a:t>e + l ou e + r prononcé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nouvelle, hiver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dernière ligne explique « hiver » et « mer », qui font exception à la règle du « er » final.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mot, écrivez « é fermé » ou « è ouvert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père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travaillerai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nouvelle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dépanné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semaine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hiver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dépanner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père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è ouvert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travaillerai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 fermé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nouvelle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è ouvert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dépanné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 fermé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semaine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è ouvert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hiver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è ouvert — exception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dépanner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 fermé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treize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è ouvert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LE PIÈGE DE « DÉPANNER » ET « DÉPANNÉ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les prononce différemment.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Ils se prononcent exactement pareil.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L'infinitif « dépanner » et le participe « dépanné » ont le même son final : le « é » fermé. À l'oral, rien ne les distingue. C'est le contexte qui décide, et à l'écrit, la grammaire.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LE PIÈGE DE « HIVER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hi-vé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hi-vèr — le r se prononce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finale « -er » donne presque toujours le « é » fermé : travailler, manger, dépanner. Mais dans « hiver » et « mer », le r se prononce, et la voyelle devient un « è » ouvert. Ce sont deux mots à retenir, pas une règle.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é, è, ê, ei ou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groupe de lettres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p___re (le parent)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sem___ne (sept jours)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nouv___lle (l'information)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d___pann___ (le participe passé)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l'hiv___r (la saison froide)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tr___ze (le nombre)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é, è, ê, ei ou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p___re (le parent)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père — 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sem___ne (sept jours)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semaine —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nouv___lle (l'information)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nouvelle — e devant deux 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d___pann___ (le participe passé)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dépanné — é deux fois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l'hiv___r (la saison froide)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hiver — e devant r prononcé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tr___ze (le nombre)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treize — ei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groupe corrige uniquement les « é » et les « è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père travaille dehors même en hiver.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être dépanné cette semaine.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nouvelle grille horaire commence en janvier.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B4FBB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père travaille dehors même en hiver.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è · é · 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être dépanné cette semaine.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 · è · é · 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F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6B4FBB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nouvelle grille horaire commence en janvier.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è · è · 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mots du module : deux avec le « é » fermé, deux avec le « è » ouvert.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la lettre ou le groupe de lettres qui fait le 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père » — le « è » ouvert, lettre 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