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 en interaction. Disposer la classe en dyades dès le début. Rendre les messages écrits de C1 : ils servent de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tableau. Chronométrer un exemple : dix secondes, c'est court, et c'est suffisant.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quatre tiennent en deux phrases. Aucune ne s'excuse plus d'une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réponses personnelles dans le cahier : nom, groupe, enseignant. Beaucoup ne savent pas dire leur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debout, par un élève différent. Ne corriger que le mot retard/absence/abandon et la présence d'une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culturel à traiter avec soin, comme en A1. Ce n'est pas que l'excuse soit malvenue : c'est sa longueur qui pose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ajouter une heure à chacune des quatre phrases de l'exercice précédent. La différence est immédiate.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 par personne. Circuler avec une feuille et noter les deux manques les plus fréquents. Ne pas interrompre les dyades.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réponses valent d'être travaillées : elles reconnaissent le problème sans s'effondrer en excuses. C'est un équilibre difficile.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minutes. C'est l'exercice le plus difficile du module : la réponse n'est pas préparée. Encourager les hésitations, elles sont normales.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situation que tout le monde redoute et que personne n'a préparée.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Expliquer un retard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Cette fois, quelqu'un répond au bout du fil. On ne peut plus lire son papier : il faut expliquer, répondre aux questions, et proposer une solution en direct.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expliquer une raison en une phrase, à voix haute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aux questions de la personne au bout du fil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sans qu'on la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garder un ton calme même quand la situation est urgente.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PHRASE DE DIX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 · ce qui arrive · à quelle heure j'arrive.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informations, dites d'un seul trait. Tout le reste est répondu ensuite, aux questions. Commencer par se nommer évite la question « à qui est-ce que je parle ?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raisons, quatre formulations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Une migraine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Bonjour, ici Karim Haddad. J'ai une forte migraine aujourd'hui, je ne pourrai pas venir au cours. » Une absence, dite simplement.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déménagement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Ma famille et moi déménageons loin d'ici. Je dois malheureusement abandonner le cours. » Un abandon : le mot juste, et le regret dit une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Une panne de voiture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Ma voiture est tombée en panne, j'attends la dépanneuse. Je serai en retard ce matin. » La cause, puis la conséquence.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Un réveil qui n'a pas sonné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Il y a eu une panne d'électricité chez moi et mon réveil ne s'est pas déclenché. Je serai en retard. » Une cause extérieure, pas une excuse.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secrétaire va demander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VOTRE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Votre nom, s'il vous plaît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prénom et nom, épelés si besoin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Dans quel groupe êtes-vous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numéro ou le nom de l'enseignant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Vous arriverez à quelle heure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heure précise, même approximative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3220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45008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Avez-vous une preuve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45008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oui, avec la date, ou non, honnêtement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Quatre questions, toujours les mêmes. Les préparer d'avance rend l'appel facile.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ou deux phrases,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avez une forte migraine et devez rester couché toute la journée.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famille déménage dans une autre région, loin du centre.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voiture est en panne sur l'autoroute, vous attendez la dépanneuse.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Panne d'électricité, votre réveil n'a pas sonné.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dites-vous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avez une forte migraine et devez rester couché toute la journée.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Bonjour, ici… J'ai une forte migraine, je ne pourrai pas venir au cours aujourd'hui.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famille déménage dans une autre région, loin du centre.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Bonjour, ici… Ma famille déménage loin d'ici, je dois abandonner le 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Votre voiture est en panne sur l'autoroute, vous attendez la dépanneuse.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Bonjour, ici… Ma voiture est tombée en panne, je serai en retard ce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Panne d'électricité, votre réveil n'a pas sonné.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Bonjour, ici… Il y a eu une panne d'électricité, mon réveil n'a pas sonné. J'arriverai vers dix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TON D'EXCUSE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vraiment, vraiment désolé, c'est de ma faute…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eu une panne d'électricité, mon réveil n'a pas sonné.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explication n'est pas un aveu. Dire les faits calmement, une fois, suffit. Un ton d'excuse répétée met la personne au bout du fil mal à l'aise et fait perdre du temps à tout le monde.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L'HEURE NON DONNÉE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 en retard.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serai en retard, j'arriverai vers dix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heure, la personne ne peut rien organiser : elle ne sait pas si elle doit vous attendre, commencer sans vous, ou vous rayer de la liste. Même une heure approximative vaut mieux que rien.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l'appel au centre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est à la réception, l'autre appelle.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réception ouvre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vous nommez et expliquez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réception demande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réception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proposez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question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secrétaire pose une question à laquelle on ne s'attendait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votre troisième absence ce mois-ci.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Avez-vous une preuve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auriez dû appeler hier.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comptez continuer le cours ?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Répondez à la question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C'est votre troisième absence ce mois-ci.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Oui, je sais. C'est une période difficile. Je peux rattraper les cours manqués.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Avez-vous une preuve ?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Non, pas pour aujourd'hui. Mais je peux en apporter une pour les autres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302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942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Vous auriez dû appeler hier.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Vous avez raison. Je l'ai su seulement ce matin.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comptez continuer le cours ?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Oui, absolument. C'est seulement une absence, pas un abandon.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la question difficile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personne à la réception pose une des questions ci-dessus.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Règle du jeu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répondez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proposez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 échange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que vous répondriez à « C'est votre troisième absence ce mois-ci.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: reconnaître, puis proposer.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excuse longue, sans se justifier plus d'une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