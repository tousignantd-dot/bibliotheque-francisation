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Prévenir : on écoutera chaque message deux fois. Dans la vraie vie on peut réécouter, mais pas demander de préciser.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seule phrase, et déjà quatre informations : qui, pourquoi, avec qui, quelle spécialité. Faire compter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l'heure et le jour : 9 h 30, demain matin. Puis la raison, au passé composé — révision du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phrase qui distingue un bon message d'un message ordinaire : elle donne une heure de retour. Le destinataire sait à quoi s'attendre.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informations en trois phrases. Faire remarquer qu'aucune n'est inutile — et qu'il n'y a aucune excuse longue.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cinq au tableau. Ils reviendront en B2, où l'on remettra des messages dans l'ordre, et en B4, où l'on en enregistrera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sans réécouter d'abord. Puis réécouter une troisième fois pour vérifier : c'est là que les élèves voient ce qu'ils ont manqué.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quatre messages avant d'afficher cette diapo. Elle sert de correction, pas de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questions — qui, pourquoi — suffisent à comprendre n'importe quel message.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demande une réponse justifiée : « non, parce que le changement concerne seulement la salle ». Insister sur la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un mauvais message improvisé par vous-même, puis le bon. Le contraste est plus parlant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message complet d'un seul trait par trois élèves différents. Chronométrer : il doit tenir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messages seront enregistrés en B4 : demander aux élèves de garder leur brouillon.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message de Farida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phrases dans une boîte vocale, et huit informations dedans. Comprendre un message enregistré est plus difficile qu'une conversation : personne ne peut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message laissé dans une boîte vocale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qui appelle, pourquoi, et ce qu'on attend de nous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les heures, les durées et les noms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message doit contenir.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MESSAGE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Bonjour, c'est Farida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diapo masquée. Notez tout ce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c'est Farida. Je vous appelle parce que j'ai un rendez-vous à l'hôpital avec le spécialiste de ma fille, le docteur Bernard, orthopédiste.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MESSAGE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rendez-vous est à 9 h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rendez-vous est à 9 h 30 demain matin. Ma fille s'est blessée au bras la semaine dernière, et je dois apporter une preuve pour justifier mon absence au cours de francisation.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MESSAGE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devrais être de retour vers 10 h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consultation devrait durer environ 45 minutes. Je devrais être de retour au centre de formation vers 10 h 15. Merci de votre compréhension.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informations du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9110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APPREND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3215" y="1975104"/>
            <a:ext cx="5976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C'EST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qui appelle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3215" y="2395728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Farida, dès le premier mot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avec qui est le rendez-vous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3215" y="2935224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docteur Bernard, orthopédiste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3215" y="3474720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 h 30, demain matin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pourquoi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3215" y="4014215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 fille s'est blessée au bras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combien de temps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3215" y="4553712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45 minutes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l'heure de retour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3215" y="5093207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vers 10 h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FAIT UN BON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je suis · pourquoi j'appelle · quand · combien de temps · quand je reviens.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éléments, dans cet ordre. Farida les donne tous les cinq en trois phrases. C'est le modèle à reproduire, et il tient en trente secondes.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Farida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a un rendez-vous avec qui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est à quelle heure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sa fille doit-elle voir un orthopédiste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a lieu le rendez-vous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va durer la consultation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Vers quelle heure sera-t-elle de retour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Farida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a un rendez-vous avec qui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docteur Bernard, orthopédiste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est à quelle heure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 h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sa fille doit-elle voir un orthopédiste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s'est blessée au bras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a lieu le rendez-vous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demain matin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va durer la consultation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environ 45 minutes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Vers quelle heure sera-t-elle de retour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vers 10 h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AUTRES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appelle, et pourquoi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Message 1 · Léa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L'infirmière de l'école appelle les parents de Léa : elle fait de la fièvre et doit être récupérée à l'école.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Message 2 · monsieur Bertrand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appelle son collègue Simon Nadeau pour confirmer les détails d'une livraison prévue pour demain.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Message 3 · madame Okafor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centre l'informe d'un changement de salle pour son cours de francisation. Rien de particulier à apporter.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Message 4 · le centre de 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centre est fermé à cause d'une panne de chauffage. La direction informera les élèves par courriel ou par téléphone.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appelle qui, et pourquoi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réponses par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1 — Léa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2 — monsieur Bertrand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3 — madame Okafor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4 — le centre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appelle qui, et pourquoi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1 — Léa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l'infirmière appelle les parents : Léa fait de la fièvre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2 — monsieur Bertrand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appelle Simon Nadeau : confirmer une livraison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3 — madame Okafor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centre l'informe : changement de salle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4 — le centre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direction informe : fermeture pour panne de chauffage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détails du message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Madame Okafor et le changement de salle.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cours était-elle inscrite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Doit-elle apporter quelque chose de particulier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peut-elle joindre la secrétaire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détails du message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cours était-elle inscrite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cours de francisation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Doit-elle apporter quelque chose de particulier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seulement ses effets habituels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peut-elle joindre la secrétaire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 téléphone ou par courriel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MESSAGE TROP COURT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c'est moi, je ne serai pas là. Merci.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c'est Farida Bensalem. Je vous appelle parce que…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moi » ne dit rien à une secrétaire qui reçoit vingt messages. Sans nom complet, sans raison et sans heure de retour, le message oblige à rappeler — et personne ne rappelle une boîte vocale anonyme.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cinq éléments,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je suis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j'appelle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je reviens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je suis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Bonjour, c'est Karim Haddad.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j'appelle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vous appelle parce que ma fille est malade.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dois aller la chercher ce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serai absent environ deux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je reviens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devrais être de retour vers onze heures.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message de boîte vocale en cinq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vous êtes · pourquoi · quand · combien de temps · quand vous revenez.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une situation vraie ou inventée.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