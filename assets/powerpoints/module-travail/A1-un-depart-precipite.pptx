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module 3. Écrire au tableau : AVANT DE PARTIR. C'est le moment qui décide de tout, et c'est le sujet des seize séances.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surprend souvent. Le lire lentement : on peut expliquer sans se justifier pendant cinq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 en grand groupe. Beaucoup diront « je pars et j'explique demain ». Noter cette réponse : c'est celle que la séance va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deuxième carte : la peur de Karim est légitime et très répandue. La séance ne la nie pas, elle donne les moyens de la gérer.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Passer l'audio de « Je découvre ». Faire relever la phrase clé de Nadia : « avant de partir, pas après ». L'écrire au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conseils dans une seule réplique : expliquer calmement, ne pas s'excuser longtemps, proposer une solution. Les faire compter par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Une réplique, un mot important : « maintenant ». C'est le mot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règle au tableau et l'y laisser tout le module. C'est celle qui revient dans les seize séances.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les quatre dans le cahier. Ils servent de plan pour toutes les productions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trois premiers mots sont le sujet de la séance A3. Les installer ici, les travailler là-bas.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Boîte vocale » est le mot du défi 1 : le faire prononcer et écrire correctement dès maintenant.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dernier énoncé est le plus important du module. Le corriger lentement et en discuter : beaucoup d'élèves croient le contraire.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culturel important. Dans plusieurs cultures, l'excuse longue est une marque de respect. Ici, elle est lue comme de l'embarras. Le dire sans juger ni l'une ni l'autre.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Ces billets serviront en B4 et C4, où la même phrase sera dite au téléphone.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A1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Un départ précipité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L'école appelle : la fille de Karim a de la fièvre. Il doit partir tout de suite. Mais c'est déjà sa deuxième absence ce mois-ci, et il a peur de la réaction de son superviseur.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Absent ou en retard : que faire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 retard, une absence et un abandon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à quel moment prévenir, et pourquoi c'est celui-là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expliquer une raison sans s'excuser longuement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proposer une solution en même temps que le problème.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L'école appelle. Vous devez partir maintenant. Que faites-vous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vous prévenez avant de partir, ou après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prévenez-vous exactement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dites, en une phrase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vous proposez quelque chose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sait de Karim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qui arrive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L'école vient d'appeler : sa fille Sarah a de la fièvre. Il doit aller la chercher tout de suite.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qui l'inquiète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sa deuxième absence du mois. Il a peur que son superviseur soit fâché.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À qui il en parle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Nadia, sa collègue. Elle lui donne trois conseils en une seule réplique.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qu'il décide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appelle son superviseur avant de partir, il explique calmement, et il propose de reprendre les heures.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dois aller la chercher tout de suite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 l'enregistrement, diapo masquée. Lisez ensuite.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680464"/>
          </a:xfrm>
          <a:prstGeom prst="roundRect">
            <a:avLst>
              <a:gd name="adj" fmla="val 8706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166526" cy="1406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KARIM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99214" y="2322576"/>
            <a:ext cx="8976912" cy="1406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Nadia, je viens de recevoir un appel de l'école. Ma fille Sarah a de la fièvre, je dois aller la chercher tout de suite. Mais c'est déjà ma deuxième absence ce mois-ci… j'ai peur que mon superviseur soit fâché.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92074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4085335"/>
            <a:ext cx="116652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NADIA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99214" y="4085335"/>
            <a:ext cx="897691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Ne t'inquiète pas, la santé de ta fille passe avant tout. L'important, c'est de prévenir ton superviseur tout de suite, avant de partir, pas après.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que je dis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16652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KARIM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99214" y="1901952"/>
            <a:ext cx="897691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as raison. Mais qu'est-ce que je dis si on me demande pourquoi c'est déjà la deuxième fois ce mois-ci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166526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NADIA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99214" y="2989072"/>
            <a:ext cx="8976912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Explique la situation calmement, sans t'excuser trop longtemps, et propose de reprendre les heures manquées plus tard dans la semaine. Ça montre ta bonne volonté.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l'appelle maintenant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16652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KARIM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99214" y="1901952"/>
            <a:ext cx="897691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D'accord, je l'appelle maintenant. Merci pour le conseil, Nadia.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RÈGLE DE LA SÉANCE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prévient avant de partir, pas après être revenu.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superviseur prévenu à temps peut organiser le travail. Prévenu le lendemain, il a passé la journée à chercher quelqu'un. Ce n'est pas la faute qui dérange, c'est le silence.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trois conseils de Nadia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CONSEIL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POURQUOI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prévenir avant de partir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travail peut être réorganisé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expliquer calmement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explication vaut mieux qu'une excuse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ne pas s'excuser longtemps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cela donne l'air de cacher quelque chose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proposer de reprendre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cela montre la bonne volonté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 quatrième est celui qui change tout : proposer une solution transforme un problème en arrangement.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trois mots à ne pas confondre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11010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retard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7111" y="2121408"/>
            <a:ext cx="694189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fait d'arriver après un moment fixé.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311010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absence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7111" y="2778252"/>
            <a:ext cx="694189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Le fait de ne pas se trouver à un endroit où on est attendu.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311010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abandon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111" y="3435096"/>
            <a:ext cx="694189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fait de renoncer à une chose : un cours, un travail.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311010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prévenir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7111" y="4091939"/>
            <a:ext cx="694189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Informer à l'avance.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311010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justifier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17111" y="4748784"/>
            <a:ext cx="694189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Donner la raison d'un retard ou d'une absence.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311010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reprendre des heures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17111" y="5405628"/>
            <a:ext cx="694189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Travailler plus tard pour remplacer les heures manquées.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travail et l'école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72541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superviseure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2426" y="2121408"/>
            <a:ext cx="632658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responsable des employés.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372541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billet médical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2426" y="2778252"/>
            <a:ext cx="632658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 document du médecin qui confirme une consultation.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372541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boîte vocale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2426" y="3435096"/>
            <a:ext cx="632658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 système qui enregistre un message quand personne ne répond.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372541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remplacer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2426" y="4091939"/>
            <a:ext cx="632658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Prendre la place de quelqu'un.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372541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pièce d'identité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2426" y="4748784"/>
            <a:ext cx="632658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document officiel qui prouve qui on est.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372541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entrevue d'embauche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2426" y="5405628"/>
            <a:ext cx="632658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rencontre pour obtenir un emploi.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— un départ précipité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sans relire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Nadia qui appelle Karim pour lui dire que sa fille est malade.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Karim doit aller chercher sa fille à l'école.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la première absence de Karim ce mois-ci.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Nadia conseille de prévenir le superviseur avant de partir.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Karim et Nadia travaillent ensemble.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Sarah est la fille de Karim.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Karim propose de reprendre les heures manquées.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Karim doit s'excuser longuement avant d'expliquer.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— un départ précipité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Nadia qui appelle Karim pour lui dire que sa fille est malade.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c'est l'école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Karim doit aller chercher sa fille à l'école.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la première absence de Karim ce mois-ci.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la deuxième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Nadia conseille de prévenir le superviseur avant de partir.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Karim et Nadia travaillent ensemble.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Sarah est la fille de Karim.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Karim propose de reprendre les heures manquées.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Karim doit s'excuser longuement avant d'expliquer.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sans s'excuser trop longtemps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DE L'EXCUSE TROP LONGUE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1" i="0">
                <a:solidFill>
                  <a:srgbClr val="17181A"/>
                </a:solidFill>
                <a:latin typeface="Verdana"/>
              </a:rPr>
              <a:t>Je suis vraiment désolé, je m'excuse, ça ne se reproduira plus, vraiment désolé…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i="0">
                <a:solidFill>
                  <a:srgbClr val="17181A"/>
                </a:solidFill>
                <a:latin typeface="Verdana"/>
              </a:rPr>
              <a:t>Ma fille est malade, je dois aller la chercher. Je peux reprendre les heures jeudi.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longue excuse occupe le temps sans donner d'information. Le superviseur veut savoir deux choses : pourquoi, et comment on s'arrange. Les excuses répétées donnent au contraire l'impression qu'on cache quelque chose.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Vous devez partir du travail tout de suite. Écrivez ce que vous diriez, en deux phrases.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 pour la raison, une phrase pour la solution que vous proposez.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Mon fils est malade, je dois aller le chercher. Je peux reprendre les heures vendredi.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Absent ou en retard : que faire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