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Rappeler la différence entre retard et absence, vue en A3. Sofian est en retard, pas absent : ça change tout ce qu'il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Sofian anticipe trois questions avant qu'on les lui pose. C'est ce qui distingue son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question est double : le type et la raison. Beaucoup ne répondront qu'à la moitié.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 de la séance. Écrire au tableau : PROBLÈME + SOLUTION, et l'y laisser jusqu'à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au groupe quelles autres questions un enseignant pourrait poser. Il y en a peu : Sofian les a presque toutes 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le conseil pratique de la séance. Beaucoup d'élèves ne savent pas qu'on peut demander une attestation.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item est important : il n'y a pas toujours de preuve. Cela n'empêche pas de prévenir — c'est même là que prévenir compte le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compléter le message court par le groupe, phrase par phrase, jusqu'à obtenir un message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solution raisonnable. Ce qui compte est qu'il y en ait une, et qu'elle soit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Ramasser les messages : ils seront comparés à ceux de C4, produits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Relever les billets où la solution manque. C'est ce qui manque le plus souvent, et c'est le sujet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message de Sofian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Sofian sera en retard : sa fille a un rendez-vous chez le dentiste. Mais il y a une évaluation orale cet après-midi. Son message règle les deux problèmes à la fois.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Absent ou en retard : que faire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retard d'une absence dans un message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que la personne propose pour compenser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preuve annoncée : billet, formulaire, attestation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message qui règle un problème plutôt que d'en poser 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AVANT D'ÉCOUTER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Sofian doit régler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Le retard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Sa fille a un rendez-vous chez le dentiste ce matin. Il arrivera après le début du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preuve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annonce qu'il apportera un billet du dentiste. Personne ne le lui a demandé — il le propose.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L'évaluation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évaluation orale est prévue cet après-midi. Il ne veut pas la manquer et il le dit.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La préparation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dit comment il se préparera : relire ses notes pendant la pause du midi. C'est la phrase qui rassure l'enseignante.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Sofian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Sofian est-il en retard ou absent ? Pour quelle raison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qu'il va apporter à son enseignante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Quand a lieu l'évaluation orale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Comment va-t-il se préparer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Quand sera-t-il de retour en classe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message de Sofian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Sofian est-il en retard ou absent ? Pour quelle raison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en retard — sa fille a un rendez-vous chez le dentiste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qu'il va apporter à son enseignante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un billet du dentiste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Quand a lieu l'évaluation orale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cet après-midi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Comment va-t-il se préparer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va relire ses notes pendant la pause du midi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Quand sera-t-il de retour en classe ?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tout de suite après son rendez-vous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RÈGLE DU DÉFI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annonce le problème et la solution dans le même message.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Sofian ne dit pas seulement « je serai en retard ». Il dit pourquoi, ce qu'il apportera comme preuve, et comment il se préparera quand même à l'évaluation. Trois réponses avant trois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Sofian anticipe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11759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QU'ON LUI POSERAIT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9742" y="1975104"/>
            <a:ext cx="576980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 D'AVANCE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Pourquoi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69742" y="2395728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rendez-vous chez le dentiste pour sa fille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Avez-vous une preuve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9742" y="2935224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j'apporterai un billet du dentiste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Et l'évaluation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9742" y="3474720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serai là cet après-midi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411759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Serez-vous prêt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9742" y="4014215"/>
            <a:ext cx="576980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relirai mes notes pendant la pause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questions évitées, vingt secondes de plus.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preuves qu'on peut apporter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Un billet médical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Du médecin, du dentiste ou de l'hôpital. Il confirme la date et l'heure de la consultation, sans dire pourquoi.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Une attestation de présence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D'un organisme, d'un bureau gouvernemental, d'une école. Elle prouve où vous étiez.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Un document officiel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convocation, un avis de rendez-vous, une lettre. Une photo du document suffit souvent.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Demander avant de partir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billet se demande sur place, pas trois jours après. À la réception, avant de sortir : « Pourriez-vous me donner une preuve de présence ?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Retard ou absence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Et quelle preuve apporter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Rendez-vous chez le dentiste à 8 h, cours à 9 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Rendez-vous à l'hôpital toute la journée.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502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142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Autobus manqué, prochain dans vingt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Convocation à un bureau gouvernemental à 10 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Retard ou absence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Rendez-vous chez le dentiste à 8 h, cours à 9 h.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retard — billet du dentiste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Rendez-vous à l'hôpital toute la journée.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absence — attestation de l'hôpital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502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142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Autobus manqué, prochain dans vingt minutes.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retard — aucune preuve possible, mais on prévient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Convocation à un bureau gouvernemental à 10 h.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absence ou un retard — la convocation elle-même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PROBLÈME SANS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je serai en retard ce matin. Merci.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 i="0">
                <a:solidFill>
                  <a:srgbClr val="17181A"/>
                </a:solidFill>
                <a:latin typeface="Verdana"/>
              </a:rPr>
              <a:t>Bonjour, je serai en retard ce matin, j'arriverai vers dix heures. J'apporterai un billet.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message qui annonce seulement un problème laisse toutes les questions ouvertes : jusqu'à quand ? avec quelle preuve ? et l'évaluation ? Ajouter deux phrases transforme une mauvaise nouvelle en information utile.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la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problème est donné. Ajoutez ce que vous proposez.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serai en retard ce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serai absent demain.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manquer l'évaluation de mardi.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partir plus tôt aujourd'hui.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Ajoutez la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serai en retard ce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J'arriverai vers dix heures et j'apporterai un billet.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serai absent demain.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demander les notes du cours à un collègue.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manquer l'évaluation de mardi.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Est-ce que je pourrais la reprendre jeudi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partir plus tôt aujourd'hui.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peux reprendre les heures vendredi après-midi.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message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Problème, raison, heure d'arrivée, preuve, 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annoncez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proposez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message qui annonce un problème et propose une solution.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pour le problème, une pour la raison, une pour la 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solution doit être concrète : une heure, une preuve, une proposition.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Absent ou en retard : que faire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