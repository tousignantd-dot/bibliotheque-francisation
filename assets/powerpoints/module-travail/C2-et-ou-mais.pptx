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« J'aimerais suivre ce cours ___ l'horaire ne me convient pas. » Faire compléter. Le groupe trouvera « mais » : la leçon est déjà commencée.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virgule devant « mais ». C'est un repère d'écriture simple et fiable à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phrases au tableau, l'une sous l'autre. La comparaison fait tout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donne un critère intuitif qui fonctionne presque toujours. Le faire appliquer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le critère. Ne jamais accepter « ça sonne mieux » comme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fréquente, et elle passe inaperçue à l'oral. À l'écrit, elle rend la phrase illogique.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d'oral courante au Québec dans le langage familier. La signaler comme un usage familier, pas comme une faute grave.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et le quatrième prennent « et », mais pour des raisons différentes : addition dans un cas, conséquence dans l'autre. Le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production. Accepter toute suite logique : c'est la cohérence avec le connecteur qu'on évalue.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relecture. C'est la compétence qui sert vraiment : repérer un connecteur qui ne dit pas ce qu'on voulait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choix du connecteur et la virgule. Rendre avant D1, où ces connecteurs serviront dans un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Et, ou, mais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petits mots qui relient deux phrases. Le premier ajoute, le deuxième laisse le choix, le troisième oppose. Se tromper de mot, c'est dire le contraire de ce qu'on veut.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et » pour ajouter une information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ou » pour proposer un choix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mais » pour marquer une opposition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deux phrases courtes en une seule phrase claire.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connecteurs,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ajoute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parlé à la responsable et elle l'a informé.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laisse le choix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choisis maintenant ou tu attends demain.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oppose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ce cours, mais l'horaire ne convient pas.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Mais » est presque toujours précédé d'une virgule. Les deux autres, rarement.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dit la relation entre les deux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viens et j'apporte un billet » : deux choses vraies. « Je viens ou j'envoie un courriel » : une seule des deux. « Je viendrais, mais je travaille » : la deuxième empêche la première.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choisir en deux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Les deux sont vraies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« et ». « Je préviens mon superviseur et j'envoie un courriel » : je fais les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Une seule des deux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« ou ». « Tu manges à la cafétéria ou tu apportes ton repas ? » : une seule possibilité à la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deuxième empêche la première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« mais ». « J'aimerais t'accompagner, mais je dois travailler » : le travail empêche l'accompagnement.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test de la surprise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la deuxième phrase surprend après la première, c'est « mais ». C'est le test le plus rapide.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Et, ou ou mais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Posez-vous la question : les deux, une seule, ou une opposition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préviens ton superviseur ___ tu envoies un courriel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t'accompagner, ___ je dois travailler ce jour-là.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du bénévolat, ___ elle préfère les activités en plein air.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midi, tu manges à la cafétéria ___ tu apportes ton repas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suivre ce cours du soir, ___ l'horaire ne me convient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Hier, j'ai révisé mes verbes, ___ demain je réviserai le vocabulaire.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Et, ou ou mais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préviens ton superviseur ___ tu envoies un courriel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t'accompagner, ___ je dois travailler ce jour-là.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du bénévolat, ___ elle préfère les activités en plein air.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midi, tu manges à la cafétéria ___ tu apportes ton repas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suivre ce cours du soir, ___ l'horaire ne me convient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Hier, j'ai révisé mes verbes, ___ demain je réviserai le vocabulaire.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ET » À LA PLACE DE « MAIS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J'aimerais venir et je dois travailler.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J'aimerais venir, mais je dois travailler.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Et » met les deux phrases sur le même plan : on comprend que la personne veut venir et qu'elle travaille, sans lien entre les deux. « Mais » dit que le travail empêche la venue. C'est cette information qui manque avec « et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OU » DANS UNE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Tu viens ou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Tu viens ou tu restes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Ou » relie deux possibilités : il en faut donc deux. Une question qui se termine par « ou » laisse la seconde possibilité non dite, et l'auditeur doit deviner. Nommez toujours les deux.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le connecteur qui dit la vraie relation.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préviens le superviseur. J'envoie un courriel.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J'aimerais suivre ce cours. Il se donne seulement à l'hiver.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apportes un billet médical. Tu apportes une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 voiture est en panne. J'attends la dépanneuse.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préviens le superviseur. J'envoie un courriel.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préviens le superviseur et j'envoie un courriel.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J'aimerais suivre ce cours. Il se donne seulement à l'hiver.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J'aimerais suivre ce cours, mais il se donne seulement à l'hiver.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apportes un billet médical. Tu apportes une attestation.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Tu apportes un billet médical ou une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 voiture est en panne. J'attends la dépanneuse.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Ma voiture est en panne et j'attends la dépanneuse.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début est donné, le connecteur aussi.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en retard ce matin, mais…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appelle et…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Voulez-vous que je vienne demain ou…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J'apporterai un billet médical, mais…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en retard ce matin, mais…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serai là pour l'évaluation.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appelle et…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vous enverrai aussi un courriel.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Voulez-vous que je vienne demain ou…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…préférez-vous jeudi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J'apporterai un billet médical, mais…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…seulement lundi, la clinique est fermée.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le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emploie le mauvais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venir et je travaille ce jour-là.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préviens le superviseur mais j'envoie un courriel.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viens à neuf heures et à dix heures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voiture est en panne ou j'attends la dépanneuse.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le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venir et je travaille ce jour-là.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préviens le superviseur mais j'envoie un courriel.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viens à neuf heures et à dix heures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voiture est en panne ou j'attends la dépanneuse.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semaine : une avec « et », une avec « ou », une avec « mais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doit contenir deux phrases reliées.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la virgule devant « mais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