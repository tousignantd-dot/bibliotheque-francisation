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production orale. Prévoir des téléphones ou un enregistreur : s'entendre est ce qui fait progresser le plus vite. Rendre les billets de B1 et B2 au début.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Chronométrer un message modèle devant le groupe. Trente secondes, c'est plus long qu'ils ne le croient.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première carte lève une gêne réelle : beaucoup d'élèves croient qu'il faudrait pouvoir improviser. Non — on écrit d'abord.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Vingt-quatre secondes en tout, dont dix pour le numéro répété. C'est le bon rapport : le numéro mérite un tiers du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chiffre par chiffre, pas par nombres à deux chiffres : « zéro-un-trois-quatre », pas « zéro-treize-quatre ». C'est plus clair au téléphone.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d'élèves n'ont jamais épelé leur nom en français. Prendre le temps : les lettres G, J, E et I sont les plus problématiques.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l'expérience : appeler un vrai numéro de messagerie devant le groupe et laisser un message. La démonstration vaut mieux que l'explication.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deux versions du même numéro, rapide et lente. Demander au groupe de le noter : seule la seconde version fonctionne.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Chacun choisit une situation, écrit son message, l'enregistre sur son téléphone, puis se réécoute. Vingt minutes. Circuler et écouter deux ou trois enregistrements.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le plus formateur de la séance. Insister pour que chacun se réécoute vraiment : beaucoup n'oseront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Relever les réponses les plus fréquentes et y revenir en C4, où le même exercice se fait en conversation directe.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B4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Laisser un message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Trente secondes, seul face à un répondeur, sans personne pour aider. C'est l'exercice oral que les élèves redoutent le plus — et celui qu'ils utiliseront le plus souvent.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Absent ou en retard : que faire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laisser un message complet en trente secondes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son nom et son numéro lentement et deux fois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garder le calme quand le répondeur se déclenche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écouter son propre message et le corriger.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RÈGLE DES TRENTE SECONDES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parties, une phrase chacune, et on raccroche.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message de plus d'une minute est rarement écouté jusqu'au bout. Six phrases suffisent : salutation, identité, raison, demande, remerciement, salutation finale.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AVANT DE COMPOSER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 à préparer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Écrivez votre 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Six lignes sur un papier, devant vous. Ce n'est pas tricher : tous les professionnels le font.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Ayez votre numéro écrit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On oublie son propre numéro quand on est nerveux. Écrivez-le en gros chiffres.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Trouvez un endroit calme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message enregistré dans le bruit est inaudible. Deux minutes de plus pour trouver un coin tranquille valent la peine.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Respirez avant de parler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répondeur ne coupe pas au bout de deux secondes. Prenez le temps de commencer calmement.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message modèle, chronométré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061460"/>
          </a:xfrm>
          <a:prstGeom prst="roundRect">
            <a:avLst>
              <a:gd name="adj" fmla="val 36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752528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427" y="1975104"/>
            <a:ext cx="236212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DURÉE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7525283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Bonjour, Madame Bélisle.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77427" y="2395728"/>
            <a:ext cx="2362123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2 secondes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7525283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Ici Karim Haddad.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77427" y="2918460"/>
            <a:ext cx="2362123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2 secondes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7525283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Je vous appelle parce que ma voiture est tombée en panne.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77427" y="3441192"/>
            <a:ext cx="2362123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4 secondes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7525283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J'aurai environ trente minutes de retard.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7427" y="3963924"/>
            <a:ext cx="2362123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3 secondes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7525283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Pouvez-vous me rappeler au 514 555-0134 ? Je répète : 514 555-0134.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77427" y="4486656"/>
            <a:ext cx="2362123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10 secondes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51663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294376"/>
            <a:ext cx="7525283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Merci beaucoup. Bonne journée.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77427" y="5294376"/>
            <a:ext cx="2362123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3 secondes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 votre numéro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Lentement, par groupes de trois ou quatre chiffres, deux fois.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514 555-0134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438 555-0182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propre numéro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 votre numéro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514 555-0134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cinq-un-quatre… cinq-cinq-cinq… zéro-un-trois-quatre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438 555-0182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quatre-trois-huit… cinq-cinq-cinq… zéro-un-huit-deux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propre numéro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à dire deux fois, lentement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Épelez votre 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L'alphabet français, lentement. Un nom mal noté n'est jamais rappelé.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HADDAD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BENSALEM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propre nom de famille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Épelez votre 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HADDAD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H-A-D-D-A-D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BENSALEM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B-E-N-S-A-L-E-M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propre nom de famille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lettre par lettre, à voix haute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DU RÉPONDEUR QUI SURPREND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Allô ? Ah, c'est un répondeur… euh… bonjour…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Bonjour, Madame Bélisle. Ici Karim Haddad.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appelle en s'attendant à parler à quelqu'un, et le répondeur surprend. Les trois premières secondes du message sont alors perdues. Préparez-vous à tomber sur un répondeur : c'est le cas le plus fréquent.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DE LA VITESSE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numéro dit en deux secondes, une seule fois.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numéro dit lentement, deux fois, à la fin.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Personne n'écoute une boîte vocale avec un crayon à la main. La personne réécoutera le message pour prendre le numéro — s'il est audible. Sinon, elle ne rappellera pas.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Enregistrez votre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Six phrases, trente secondes. Puis réécoutez-vous.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Situation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Situation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3413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053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Situation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Écoutez-vous et corrigez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Cinq vérifications sur votre propre enregistrement.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Ai-je dit mon nom complet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Ai-je dit la raison en une phrase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Ai-je donné une heure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Ai-je répété mon numéro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ça tient en trente secondes 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Écoutez-vous et corrigez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Ai-je dit mon nom complet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prénom et nom de famille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Ai-je dit la raison en une phrase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sans excuse longue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Ai-je donné une heure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d'arrivée ou de retour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Ai-je répété mon numéro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deux fois, lentement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ça tient en trente secondes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chronométrez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Après vous être réécouté : qu'est-ce que vous changeriez dans votre message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chose seulement, précise.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je parlais trop vite pour le numéro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Absent ou en retard : que faire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