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à conséquences pratiques. Commencer par écrire les trois mots au tableau et demander la différence. Les définitions seront approximatives : c'est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RETARD, on revient aujourd'hui. ABSENCE, on revient plus tard. ABANDON, on ne revient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de la séance. Faire appliquer la question à chacune des situations de l'exercice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La réponse est « un retard » : le prochain autobus passe dans vingt minutes. La bonne réaction est d'appeler tout de suite, pas d'attendre d'être arrivé.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deviner le mot avant de lire la seconde moitié de chaque carte. Le groupe se trompera surtout entre absence et abandon.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est ce que les élèves doivent retenir. La faire copier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question du retour. Le cinquième item est nouveau et se discute : certains diront « absence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Conséquence pratique importante : un abandon déclaré permet parfois d'obtenir une attestation partielle. Un silence,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avec le groupe : combien de temps prend l'appel ? Combien de temps dure le retard ? Le rapport est frappant.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la première phrase de l'appel pour chaque cas : « Bonjour, je vous appelle pour vous dire que…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une raison s'explique en une phrase. Si elle demande cinq minutes, c'est qu'on se justifie au lieu d'expliquer.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 mot employé montre si la distinction est acquise ; la suite de la phrase montre si la démarche l'est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Retard, absence ou abandon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mots, trois démarches complètement différentes. Se tromper de mot au téléphone, c'est laisser croire qu'on ne reviendra jamais — ou l'inverse.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retard, une absence et un abandon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bon mot selon la situation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quelle démarche va avec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une raison acceptable pour chacun des trois.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mots, trois définitions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94432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COMBIEN DE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retard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arriver après un moment fixé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quelques minutes ou heures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0169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une absence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0169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pas être là où on est attendu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0169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journée ou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abandon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675887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renoncer à un cours ou à un travail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675887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définitif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42688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998720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différence n'est pas la gravité : c'est la durée et le retour. On revient d'un retard et d'une absence, pas d'un abandon.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CRITÈRE QUI TRANCHE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reviens ? Et quand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Aujourd'hui, plus tard : c'est un retard. Un autre jour : c'est une absence. Jamais : c'est un abandon. La question ne porte pas sur la raison, mais sur le retour.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passe-t-il, et de quoi s'agit-il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utobus-manq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voyez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cette personne reviendra aujourd'hui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Retard, absence ou abandon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devrait faire tout de suite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situations, trois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Elle regarde son autobus partir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prochain passe dans vingt minutes. Elle sera là aujourd'hui, en retard. C'est un RETARD : elle appelle et donne une heure d'arrivée.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La famille charge ses boîtes dans un camion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s'installe dans une autre ville, loin du centre. C'est un ABANDON : il faut remplir un formulaire et prévenir la direction.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valises sont prêtes près de la 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Départ demain matin pour trois semaines. C'est une ABSENCE longue : elle se prévient à l'avance, par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Il se repose après son opération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Sa conjointe reste auprès de lui. C'est une ABSENCE : elle prévient chaque jour ou donne une date de retour.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démarche pour quel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retard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appeler ou écrire, donner une heure d'arrivée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absence courte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prévenir le matin même, avant l'heure du cours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absence longue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prévenir à l'avance, par écrit, avec les 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abandon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prévenir la direction et remplir un formulaire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les quatre cas, on prévient. Ce qui change, c'est le moment et la forme.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Retard, absence ou abandon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Posez la question : est-ce que je reviens, et quand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reste à la maison parce que son conjoint vient d'être opéré.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famille obtient un logement dans une autre ville, loin du centre.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part trois semaines voir sa famille dans son pays.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a manqué son autobus et attend le suivant.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6143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2543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commence un emploi à temps plein et ne peut plus suivre le cours.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Retard, absence ou abandon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reste à la maison parce que son conjoint vient d'être opéré.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absence — elle reviendra plus tard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famille obtient un logement dans une autre ville, loin du centre.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abandon — elle ne reviendra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part trois semaines voir sa famille dans son pays.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absence — longue, mais elle revient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a manqué son autobus et attend le suivant.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retard — elle arrive aujourd'hui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6143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2543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commence un emploi à temps plein et ne peut plus suivre le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abandon — elle ne reviendra pas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MOT « ABSENCE » POUR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serai absent. (alors qu'on déménage définitivement)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dois abandonner le cours, je déménage.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« absence » quand c'est un abandon fait garder votre place dans le groupe pendant des semaines — une place qui manque à quelqu'un d'autre. Et cela empêche de récupérer une attestation pour les cours déjà suivis.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RETARD NON ANNONCÉ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arriver dans vingt minutes, ce n'est pas la peine d'appeler.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J'appelle tout de suite pour dire que j'arrive à neuf heures vingt.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Vingt minutes de retard non annoncées inquiètent inutilement, et surtout elles se remarquent. Vingt minutes annoncées ne se remarquent presque pas. L'appel prend trente secondes.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Nommez la situation et la démarche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juste, puis ce qu'on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voiture est tombée en panne sur l'autoroute.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partez un mois dans votre pays d'origine.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commencez un emploi qui vous empêche de suivre le cours.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enfant est malade et vous restez à la maison aujourd'hui.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Nommez la situation et la démarche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voiture est tombée en panne sur l'autoroute.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retard — appeler tout de suite avec une heure d'arrivée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partez un mois dans votre pays d'origine.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absence longue — prévenir par écrit, avec les 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commencez un emploi qui vous empêche de suivre le cours.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abandon — prévenir la direction et remplir le formulaire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enfant est malade et vous restez à la maison aujourd'hui.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absence — prévenir le matin même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raison acceptable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cas, nommez une raison qui s'explique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retard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absence d'une journée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absence longue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abandon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raison acceptable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retard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autobus manqué, une panne de voiture, une panne d'électricité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absence d'une journée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enfant malade, un rendez-vous médical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absence longue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voyage, une convalescence, un décès dans la famille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abandon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déménagement, un nouvel emploi, un horaire incompatible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: une pour un retard, une pour une absence, une pour un abandon.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Chaque phrase commence par « Je vous appelle pour vous dire que…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le bon mot dans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