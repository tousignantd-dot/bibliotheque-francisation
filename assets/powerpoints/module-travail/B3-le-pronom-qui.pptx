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du chapeau au tableau et demander au groupe de n'en faire qu'une. Certains trouveront « qui » tout seuls.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tableau. Le repère « toujours suivi d'un verbe » servira à tous les exercices.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la même transformation avec trois autres paires de phrases, au tableau, avec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Dans tous les cas, c'est le groupe placé juste avant « qui ». Faire souligner le groupe repris dans chaque phrase. Le motif est toujours le même, et c'est ce qui rend la règle facile.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la plus difficile et la plus utile. Y consacrer du temps : c'est elle qui distingue un écrit soigné.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le plus difficile : le groupe repris n'est pas le sujet de la phrase principale. Le corriger en dernier.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 mot répété avant de transformer. C'est cette étape que les élèves sautent, et c'est celle qui fait tout le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traiter lentement. Faire chercher le groupe repris avant de conjuguer, systématiquement.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développer la différence entre « qui » et « que » à ce niveau. Le repère du verbe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le groupe repris à voix haute avant chaque réponse. Sans cette étape, l'exercice devient un jeu de hasard.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deux choses seulement : le verbe qui suit « qui », et son accord. Le reste viendra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les billets en dehors du cours et rendre à la séance suivante. L'accord après « qui » demande une rétroaction individuelle.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pronom « qui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Juan suit un cours. Ce cours traite d'économie. » Deux phrases courtes et une répétition. Un seul mot les réunit et fait disparaître la répétition.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joindre deux phrases avec le pronom « qui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 groupe de mots que « qui » reprend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éviter la répétition d'un nom dans un message écrit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que « qui » est toujours suivi d'un verbe.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Qui » remplace un groupe du nom et le relie à un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Juan suit un cours qui traite d'économie. » Le mot « qui » reprend « un cours » et évite de le répéter. Il est toujours suivi d'un verbe : c'est son repère le plus sûr.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deux phrases deviennent 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deux phrases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Juan suit un cours. Ce cours traite d'économie.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mot répété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cours / ce cours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remplace par qui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Juan suit un cours qui traite d'économie.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Qui » se place juste après le groupe qu'il reprend. Jamais ailleurs.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« qui » reprend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64926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44795" y="1975104"/>
            <a:ext cx="339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« QUI » REPREND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Voici le rapport qui doit être signé.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4795" y="2395728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rapport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collègue qui remplace Karim s'appelle Omar.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4795" y="2935224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collègue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trouvé la salle qui convient.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4795" y="3474720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salle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l'infirmière qui nous a appelés.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795" y="4014215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l'infirmière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L'entreprise qui embauche est au centre-ville.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795" y="4553712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l'entreprise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Qui » est toujours suivi d'un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59303"/>
            <a:ext cx="4806543" cy="1029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repère le plus sûr. « Le collègue qui remplace » — le verbe « remplace » suit immédiatement. S'il n'y a pas de verbe, ce n'est pas ce « qui »-là.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 verbe s'accorde avec ce que « qui » reprend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559303"/>
            <a:ext cx="4806543" cy="1029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Les employés qui étaient en retard » — pluriel, parce que « qui » reprend « les employés ». C'est l'erreur la plus fréquente.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Qui » ne s'élide jamais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76724"/>
            <a:ext cx="4806543" cy="1029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écrit « qui a », jamais « qu'a ». Contrairement à « que », qui devient « qu' » devant une voyelle.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447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Pourquoi c'est utile dans un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76724"/>
            <a:ext cx="4806543" cy="1029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vous écris au sujet du formulaire qui doit être signé » est plus court et plus clair que deux phrases séparées.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reprend « qui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Trouvez le groupe de mots placé juste avant.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le rapport qui doit être signé avant vendredi.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collègue qui remplace Karim aujourd'hui s'appelle Omar.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trouvé la salle qui convient pour la réunion.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l'infirmière qui nous a appelés ce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L'entreprise qui embauche est située au centre-ville.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direction a averti les employés qui étaient en retard.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reprend « qui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le rapport qui doit être signé avant vendredi.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rapport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collègue qui remplace Karim aujourd'hui s'appelle Omar.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collègue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trouvé la salle qui convient pour la réunion.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salle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l'infirmière qui nous a appelés ce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l'infirmière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L'entreprise qui embauche est située au centre-ville.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l'entreprise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direction a averti les employés qui étaient en retard.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employés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Joignez les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« qui » pour éviter la répétition.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écris au sujet du formulaire. Ce formulaire doit être signé.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parlé à la secrétaire. Cette secrétaire s'occupe des inscriptions.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Voici le billet médical. Ce billet justifie mon absence.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cherche l'horaire. Cet horaire commence le mois prochain.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Joignez les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vous écris au sujet du formulaire. Ce formulaire doit être signé.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Je vous écris au sujet du formulaire qui doit être signé.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parlé à la secrétaire. Cette secrétaire s'occupe des inscriptions.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J'ai parlé à la secrétaire qui s'occupe des inscriptions.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Voici le billet médical. Ce billet justifie mon absence.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Voici le billet médical qui justifie mon absence.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cherche l'horaire. Cet horaire commence le mois prochain.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Je cherche l'horaire qui commence le mois prochain.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L'ACCORD DU VERBE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employés qui était en retard.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employés qui étaient en retard.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verbe qui suit « qui » s'accorde avec le groupe repris, pas avec le mot « qui » lui-même. Ici, « qui » reprend « les employés » : le verbe est au pluriel. Le mot « qui » n'a pas de nombre propre — il emprunte celui du groupe qu'il remplace.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L'ÉLISION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collègue qu'a remplacé Karim.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collègue qui a remplacé Karim.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Qui » ne perd jamais son i, même devant une voyelle. « Qu' » est l'élision de « que », qui est un autre mot et n'est pas suivi d'un verbe directement. Si un verbe suit, c'est « qui », en entier.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 le verbe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Cherchez d'abord le groupe que « qui » reprend.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employés qui (être) ___ en retard doivent prévenir.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formulaire qui (devoir) ___ être signé est sur le bureau.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documents qui (manquer) ___ sont la preuve d'emploi et le formulaire.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secrétaire qui (s'occuper) ___ des inscriptions est absente.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cours qui (commencer) ___ le mois prochain sont complets.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 le verbe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employés qui (être) ___ en retard doivent prévenir.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étaient / sont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formulaire qui (devoir) ___ être signé est sur le bureau.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doit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documents qui (manquer) ___ sont la preuve d'emploi et le formulaire.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manquent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secrétaire qui (s'occuper) ___ des inscriptions est absente.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s'occupe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cours qui (commencer) ___ le mois prochain sont complets.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commencent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trois phrases avec « qui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Chacune doit parler d'un message, d'un retard ou d'un document.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document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personne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cours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trois phrases avec « qui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document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vous envoie le billet médical qui justifie mon absence.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personne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la secrétaire qui m'a donné le formulaire.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cours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suis le cours de francisation qui a lieu le matin.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avec « qui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groupe de mots que « qui » reprend.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que le verbe qui suit est accordé avec ce groupe.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