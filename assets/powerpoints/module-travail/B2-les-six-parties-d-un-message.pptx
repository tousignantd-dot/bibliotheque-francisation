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six parties au tableau dans le désordre et demander au groupe de les remettre en ordre avant toute explication. Ils y arriveront presque : c'est encourageant.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sont dans cet ordre dans tous les messages professionnels. Les faire copier dans le cahier : c'est le plan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 message dans le désordre — improvisé par vous — et demander ce qui gêne. Le groupe le sentira sans savoir le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fonction dans la première carte : « directeur de l'école » explique déjà à moitié pourquoi il appelle.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seul cinq minutes, puis corriger en grand groupe en nommant chaque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Ici, la conséquence (« trente minutes de retard ») vient après la raison (« la voiture est tombée en panne »). C'est l'ordre logique : cause, puis effet.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formules par partie : chacun choisit celle qui lui vient le plus facilement. Ne pas imposer une seule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: chacun dit son numéro deux fois, lentement, à voix haute. La plupart le disent beaucoup trop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a déjà reçu un message sans nom. Presque toutes les mains se lèvent.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diagnostic. Faire dire chaque message à voix haute avant d'identifier ce qui manque : l'oreille repère mieux que l'œil.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 d'écriture. Circuler et vérifier la présence des six parties, pas la qualité du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la fiche de référence du module. Suggérer de le garder dans le cahier jusqu'à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six parties d'un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téléphonique suit toujours le même plan. Le connaître permet de le construire sans réfléchir — et surtout de ne rien oublier quand on est pressé.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parties d'un message téléphonique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placer dans le bon 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partie manquante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complet en six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parties,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salutation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Bonjour, Madame Girard.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qui vous êtes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Julien Fortin, directeur.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raison de l'appel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J'appelle pour vous dire que…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que vous demandez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Pourriez-vous me rappeler 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6436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77164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77164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remerciement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77164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vous remercie.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29437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4794" y="529437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salutation finale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6900" y="529437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Bonne journée.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se nomme avant d'expliquer, et on demande avant de remercier.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qui commence par la raison oblige l'auditeur à attendre la fin pour savoir qui parle. Un message qui remercie avant de demander laisse la demande sans réponse.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du directeur, découpé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Salutation et identité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Bonjour, Madame Girard. C'est Julien Fortin, directeur de l'école Sainte-Marie. » Le nom ET la fonction : la fonction dit pourquoi il appelle.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J'appelle pour vous dire que votre fils s'est blessé au genou pendant la récréation. Il faut venir le chercher. » La nouvelle, puis l'action attendue.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Pourriez-vous me rappeler dès que possible, s'il vous plaît ? » Une demande polie, avec un délai.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clôture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vous remercie. Bonne journée. » Deux formules courtes. On ne s'excuse pas d'avoir appelé.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 message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directeur d'école laisse ce message. Numérotez de 1 à 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rappeler dès que possible, s'il vous plaît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Madame Girard.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remercie.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Julien Fortin, directeur de l'école Sainte-Marie.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Bonne journée.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J'appelle pour vous dire que votre fils s'est blessé au genou.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 message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rappeler dès que possible,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Madame Girard.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remercie.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Julien Fortin, directeur de l'école Sainte-Marie.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Bonne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J'appelle pour vous dire que votre fils s'est blessé au genou.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deuxième message à remettre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employé laisse ce message à sa superviseure. Numérotez de 1 à 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J'aurai donc environ trente minutes de retard.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Madame Bélisle.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 Karim Haddad.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Pouvez-vous me rappeler au 514 555-0134, s'il vous plaît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pour vous informer que ma voiture est tombée en panne.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deuxième message à remettre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J'aurai donc environ trente minutes de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Madame Bélisle.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 Karim Haddad.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Pouvez-vous me rappeler au 514 555-0134,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pour vous informer que ma voiture est tombée en panne.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formules pour chaque partie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7008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TROIS FAÇONS DE LE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 nommer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0583" y="239572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Ici… · C'est… · Je m'appelle…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donner la 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583" y="2935224"/>
            <a:ext cx="70089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J'appelle pour… · Je vous appelle parce que… · Je vous informe que…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demander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583" y="3776472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Pourriez-vous… · Pouvez-vous… · J'aimerais que…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remercier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4315968"/>
            <a:ext cx="70089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beaucoup. · Je vous remercie. · Merci de votre compréhension.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NUMÉRO NON RÉPÉTÉ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Rappelez-moi au 514 555-0134.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Rappelez-moi au 514 555-0134. Je répète : 514 555-0134.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de téléphone dit une seule fois dans une boîte vocale est presque toujours perdu : la personne écoute sans papier. Répéter le numéro lentement, à la fin du message, est la règle professionnelle.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PARTIE MANQUANTE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ma voiture est tombée en panne. Merci.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ici Karim Haddad. Ma voiture est tombée en panne…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partie qu'on saute le plus souvent est la deuxième : on oublie de se nommer, parce qu'on croit que la personne reconnaîtra la voix. Sur une boîte vocale, elle ne la reconnaît pas.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partie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message est incomplet.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Madame Bélisle. Ma voiture est en panne. Merci.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Ici Karim Haddad. J'aurai trente minutes de retard. Merci. Bonne journée.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ici Karim Haddad. Rappelez-moi. Merci.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ici Karim. Ma voiture est en panne. J'aurai du retard.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partie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Madame Bélisle. Ma voiture est en panne. Merci.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l'identité, la demande, la salutation finale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Ici Karim Haddad. J'aurai trente minutes de retard. Merci. Bonne journée.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salutation du début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ici Karim Haddad. Rappelez-moi. Merci.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raison de l'appel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ici Karim. Ma voiture est en panne. J'aurai du retard.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nom de famille, le remerciement, la salutation finale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phrases, une par partie,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vous écrivez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parties d'un message, dans l'ordre, avec un exemple pour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partie.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Vos exemples doivent tous parler de la même situation.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