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six parties au tableau dans le désordre et demander au groupe de les remettre en ordre avant toute explication. Ils y arriveront presque : c'est encourageant.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six sont dans cet ordre dans tous les messages professionnels. Les faire copier dans le cahier : c'est le plan de tout le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écouter un message dans le désordre — improvisé par vous — et demander ce qui gêne. Le groupe le sentira sans savoir le nommer.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sur la fonction dans la première carte : « directeur de l'école » explique déjà à moitié pourquoi il appelle.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Laisser chercher seul cinq minutes, puis corriger en grand groupe en nommant chaque partie.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Ici, la conséquence (« trente minutes de retard ») vient après la raison (« la voiture est tombée en panne »). C'est l'ordre logique : cause, puis effet.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formules par partie : chacun choisit celle qui lui vient le plus facilement. Ne pas imposer une seule formulation.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pratiquer : chacun dit son numéro deux fois, lentement, à voix haute. La plupart le disent beaucoup trop vite.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Demander qui a déjà reçu un message sans nom. Presque toutes les mains se lèvent.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de diagnostic. Faire dire chaque message à voix haute avant d'identifier ce qui manque : l'oreille repère mieux que l'œil.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Quinze minutes d'écriture. Circuler et vérifier la présence des six parties, pas la qualité du style.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billet est la fiche de référence du module. Suggérer de le garder dans le cahier jusqu'à la fin.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B2  · 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Les six parties d'un message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message téléphonique suit toujours le même plan. Le connaître permet de le construire sans réfléchir — et surtout de ne rien oublier quand on est pressé.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Absent ou en retard : que faire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connaître les six parties d'un message téléphonique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les placer dans le bon ordre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une partie manquante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un message complet en six phrases.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six parties, dans l'ordre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061460"/>
          </a:xfrm>
          <a:prstGeom prst="roundRect">
            <a:avLst>
              <a:gd name="adj" fmla="val 36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RANG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PARTIE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EXEMPLE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la salutation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Bonjour, Madame Girard.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18460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18460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qui vous êtes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18460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C'est Julien Fortin, directeur.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41192"/>
            <a:ext cx="3222650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441192"/>
            <a:ext cx="3222650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la raison de l'appel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441192"/>
            <a:ext cx="3222650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J'appelle pour vous dire que…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41208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248912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4248912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ce que vous demandez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4248912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Pourriez-vous me rappeler ?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2688" y="464362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32688" y="4771644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74794" y="4771644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le remerciement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6900" y="4771644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Je vous remercie.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32688" y="51663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32688" y="5294376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74794" y="5294376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la salutation finale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16900" y="5294376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Bonne journée.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RÈGLE D'ORDRE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On se nomme avant d'expliquer, et on demande avant de remercier.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message qui commence par la raison oblige l'auditeur à attendre la fin pour savoir qui parle. Un message qui remercie avant de demander laisse la demande sans réponse.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message du directeur, découpé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Salutation et identité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Bonjour, Madame Girard. C'est Julien Fortin, directeur de l'école Sainte-Marie. » Le nom ET la fonction : la fonction dit pourquoi il appelle.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La raison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J'appelle pour vous dire que votre fils s'est blessé au genou pendant la récréation. Il faut venir le chercher. » La nouvelle, puis l'action attendue.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La demande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Pourriez-vous me rappeler dès que possible, s'il vous plaît ? » Une demande polie, avec un délai.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La clôture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Je vous remercie. Bonne journée. » Deux formules courtes. On ne s'excuse pas d'avoir appelé.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Remettez le message dans l'ordre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 directeur d'école laisse ce message. Numérotez de 1 à 6.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Pourriez-vous me rappeler dès que possible, s'il vous plaît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Bonjour, Madame Girard.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vous remercie.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Julien Fortin, directeur de l'école Sainte-Marie.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Bonne journée.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J'appelle pour vous dire que votre fils s'est blessé au genou.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Remettez le message dans l'ordre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Pourriez-vous me rappeler dès que possible, s'il vous plaît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Bonjour, Madame Girard.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vous remercie.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Julien Fortin, directeur de l'école Sainte-Marie.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Bonne journée.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6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J'appelle pour vous dire que votre fils s'est blessé au genou.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deuxième message à remettre en ordre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 employé laisse ce message à sa superviseure. Numérotez de 1 à 6.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J'aurai donc environ trente minutes de retard.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Bonjour, Madame Bélisle.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Merci beaucoup.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Ici Karim Haddad.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Pouvez-vous me rappeler au 514 555-0134, s'il vous plaît 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vous appelle pour vous informer que ma voiture est tombée en panne.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deuxième message à remettre en ordre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J'aurai donc environ trente minutes de retard.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Bonjour, Madame Bélisle.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Merci beaucoup.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Ici Karim Haddad.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Pouvez-vous me rappeler au 514 555-0134, s'il vous plaît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vous appelle pour vous informer que ma voiture est tombée en panne.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formules pour chaque partie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401568"/>
          </a:xfrm>
          <a:prstGeom prst="roundRect">
            <a:avLst>
              <a:gd name="adj" fmla="val 430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28784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PARTIE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30583" y="1975104"/>
            <a:ext cx="700896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TROIS FAÇONS DE LE DIRE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287843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se nommer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30583" y="2395728"/>
            <a:ext cx="700896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Ici… · C'est… · Je m'appelle…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287843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donner la raison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30583" y="2935224"/>
            <a:ext cx="700896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J'appelle pour… · Je vous appelle parce que… · Je vous informe que…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776472"/>
            <a:ext cx="287843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demander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30583" y="3776472"/>
            <a:ext cx="700896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Pourriez-vous… · Pouvez-vous… · J'aimerais que…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1879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315968"/>
            <a:ext cx="287843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remercier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30583" y="4315968"/>
            <a:ext cx="700896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Merci beaucoup. · Je vous remercie. · Merci de votre compréhension.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NUMÉRO NON RÉPÉTÉ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Rappelez-moi au 514 555-0134.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Rappelez-moi au 514 555-0134. Je répète : 514 555-0134.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numéro de téléphone dit une seule fois dans une boîte vocale est presque toujours perdu : la personne écoute sans papier. Répéter le numéro lentement, à la fin du message, est la règle professionnelle.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DE LA PARTIE MANQUANTE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Bonjour, ma voiture est tombée en panne. Merci.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Bonjour, ici Karim Haddad. Ma voiture est tombée en panne…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partie qu'on saute le plus souvent est la deuxième : on oublie de se nommer, parce qu'on croit que la personne reconnaîtra la voix. Sur une boîte vocale, elle ne la reconnaît pas.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partie manque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Chaque message est incomplet.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Bonjour, Madame Bélisle. Ma voiture est en panne. Merci.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18688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112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57530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74136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Ici Karim Haddad. J'aurai trente minutes de retard. Merci. Bonne journée.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9768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302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942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45312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Bonjour, ici Karim Haddad. Rappelez-moi. Merci.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56632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3492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132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212080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Bonjour, ici Karim. Ma voiture est en panne. J'aurai du retard. »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partie manque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Bonjour, Madame Bélisle. Ma voiture est en panne. Merci. »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l'identité, la demande, la salutation finale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18688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112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57530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74136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Ici Karim Haddad. J'aurai trente minutes de retard. Merci. Bonne journée. »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la salutation du début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9768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302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942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45312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Bonjour, ici Karim Haddad. Rappelez-moi. Merci. »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la raison de l'appel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56632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3492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132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212080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Bonjour, ici Karim. Ma voiture est en panne. J'aurai du retard. »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le nom de famille, le remerciement, la salutation finale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le message complet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Six phrases, une par partie, dans l'ordre.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situation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39572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5973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qui vous écrivez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ne pas oublier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les six parties d'un message, dans l'ordre, avec un exemple pour chacune.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ligne par partie.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Vos exemples doivent tous parler de la même situation.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Absent ou en retard : que faire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