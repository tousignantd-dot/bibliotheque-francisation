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quatre formes à voix haute et demander au groupe combien il en entend. Réponse : une seule. C'est exactement le problème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exemples au tableau, avec le nom entouré. C'est le nom qui commande, jamais autre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du milieu à voix haute : c'est elle qu'il faut chercher avant d'écrire.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la méthode à voix haute sur trois exemples avant de lancer les exercices écrits.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donne un test mécanique très fiable. Le faire pratiquer sur deux ou trois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genre et le nombre à voix haute avant chaque réponse. Sans cette étape, l'exercice devient un jeu de hasard.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Opinion » et « ressources » sont les deux mots dont le genre pose problème. Les faire vérifier dans un dictionnaire si nécessaire.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 test à trois phrases au tableau. C'est mécanique et ça règle définitivement la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au module 2, séance C3 : « mon adresse », « ton adresse » sont des exceptions de son. Le genre du nom, lui, ne change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questions sont exactement celles qu'on pose au téléphone à un centre de formation. Les faire copier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relecture, la compétence qui sert vraiment. Faire chercher d'abord le nom dans chaque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cours. Le nom souligné montre si la méthode est acquise, même quand la réponse est fausse.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Quel, quelle, quels, quelles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formes, une seule prononciation. À l'oral, personne ne peut vous corriger. À l'écrit, c'est l'une des erreurs les plus visibles d'un courriel professionnel.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quel avec le nom qui suit ou qui précède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les quatre formes sans hésiter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précise dans un message professionnel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un texte en vérifiant ces accords.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prend le genre et le nombre du nom auquel il se rapporte.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Quel est ton nom ? — nom, masculin singulier. Quelle est ton adresse ? — adresse, féminin singulier. Quels sont les critères ? — pluriel masculin. Quelles sont tes habiletés ? — pluriel féminin.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GENRE ET NOMBRE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singulier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est ton objectif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singulier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est ton adresse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pluriel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Quels sont les avantages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pluriel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Quelles sont tes habiletés 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quatre se prononcent exactement pareil. Seul l'écrit les distingue.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MÉTHODE EN TROIS TEMPS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Trouver le nom · trouver son genre · trouver son nombre.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___ est la raison de ton retard ? » Le nom est « raison ». Raison est féminin. Il est singulier. Donc : quelle. Trois questions, dans cet ordre, et il n'y a plus d'hésitation.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OUVRIR LA MINI-LEÇON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nom peut venir après 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Quelle est ton adresse ? » — le nom « adresse » est après « est ». On l'accorde quand même : c'est de lui qu'on parle.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Quel peut être collé au 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Quel jour ? » « Quelle heure ? » Ici, le nom suit immédiatement. C'est le cas le plus facile.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Ne pas confondre avec « qu'elle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Quelle est la raison ? » et « la raison qu'elle donne » sont deux choses différentes. « Qu'elle » se remplace par « qu'il » ; « quelle », non.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Dans une question indirecte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voudrais savoir quelle est la procédure. » Pas de point d'interrogation, mais le même accord.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Quel, quelle, quels ou quelles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Trouvez le nom, son genre, son nombre.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 la raison de ton retard ce matin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sont les avantages de ton nouvel horaire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sont tes habitudes le matin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 ton objectif principal ce trimestre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sont les inconvénients de ce trajet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sont les matières que tu préfères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Quel, quelle, quels ou quelles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 la raison de ton retard ce matin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quelle — raison, féminin singulier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sont les avantages de ton nouvel horaire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quels — avantages, masculin pluriel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sont tes habitudes le matin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quelles — habitudes, féminin pluriel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 ton objectif principal ce trimestre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 — objectif, masculin singulier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sont les inconvénients de ce trajet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quels — inconvénients, masculin pluriel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sont les matières que tu préfères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quelles — matières, féminin pluriel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autres, plus difficiles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nom n'est pas toujours au même endroit.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le but principal de ta demande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ton opinion sur le nouveau règlement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ton moyen de transport préféré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sont les ressources que tu me conseilles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autres, plus difficiles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le but principal de ta demande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 — but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ton opinion sur le nouveau règlement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 — opinion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ton moyen de transport préféré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 — moyen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sont les ressources que tu me conseilles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quelles — ressources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QU'ELLE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Qu'elle est la raison de ton retard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Quelle est la raison de ton retard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Qu'elle » veut dire « que elle » : il faut pouvoir le remplacer par « qu'il ». Ici, « qu'il est la raison » ne veut rien dire — c'est donc « quelle », en un seul mot. Le test fonctionne à tous les coups.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GENRE DU 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Quel est ton adresse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Quelle est ton adresse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Adresse » est féminin, même si on dit « ton adresse » et non « ta adresse » — le « ton » vient du son, pas du genre. Ne vous fiez jamais au déterminant devant une voyelle : cherchez le genre du nom lui-même.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quel, quelle, quels ou quelles.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l'heure du rendez-vous.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les documents à apporter.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la procédure à suivre.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86917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331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les dates d'inscription.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l'heure du rendez-vous.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Quelle est l'heure du rendez-vous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les documents à apporter.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Quels sont les documents à apporter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la procédure à suivre.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Quelle est la procédure à suivre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86917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331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connaître les dates d'inscription.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Quelles sont les dates d'inscription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et corrigez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contient une erreur d'accord.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ton adresse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sont les documents à apporter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Qu'elle est la raison de ton absence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sont tes disponibilités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et corrigez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ton adresse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 — adresse est féminin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sont les documents à apporter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Quels — documents est masculin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Qu'elle est la raison de ton absence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 — en un seul mot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sont tes disponibilités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Quelles — disponibilités, féminin pluriel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questions, une avec chacune des quatre formes.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Elles doivent porter sur une inscription ou un horaire de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nom qui commande l'accord dans chaque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