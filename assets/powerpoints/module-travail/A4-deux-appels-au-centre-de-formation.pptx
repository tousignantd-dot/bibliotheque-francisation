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orale. Prévenir le groupe : on écoutera chaque dialogue deux fois, pas plus. Prendre des notes est autorisé et même attendu.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cinq au tableau avant la première écoute. Les élèves prendront des notes sur cette grille.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formule d'Omar : « j'aimerais savoir s'il est possible de… ». C'est la formule polie du module 2, réemployée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est celle qui compte : deux documents, pas un. Beaucoup n'en retiendront 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réponse d'Aziz : « je serai là » confirme. Un simple « oui » aurait laissé un doute.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« 15 h » et « quinze heures » au tableau. Les deux se lisent, et l'oral n'en donne qu'une des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réflexes valent pour tous les appels du module. Les faire copier et les rappeler à chaque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droite à voix haute : c'est la conversion qu'on doit faire en écoutant un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items emploient « moins ». C'est la construction la plus difficile : la travailler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trois confirmations à voix haute. C'est un réflexe qui s'installe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 message à voix haute deux fois avant d'afficher les questions. Programme visé : soutien informatique.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lignes forment une grille de prise de notes. Suggérer de la recopier près du téléphone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appels au centre de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changement d'horaire, une entrevue confirmée. Deux appels courts, et dans les deux cas la même question à se poser : qu'est-ce que je dois retenir avant de raccrocher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but d'un appel dès les premières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les documents à apporter et les dates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heure de rendez-vous et la confirmer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noter pendant un appel.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NOTER PENDANT UN APPEL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appelle · pourquoi · quelle date · quels documents · quel numéro.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informations. Un appel professionnel en contient rarement plus, et presque jamais moins. Avoir un papier et un crayon près du téléphone change tout.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1 · UN CHANGEMENT D'HORAIRE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Est-il possible de changer mon horaire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diapo masquée. Notez les cinq informations.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23275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SECRÉTAIRE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0217" y="2322576"/>
            <a:ext cx="7815910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Bonjour, centre de formation, je vous écoute.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5394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18536"/>
            <a:ext cx="232752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217" y="3018536"/>
            <a:ext cx="781591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Bonjour, j'aimerais savoir s'il est possible de changer mon horaire de cours.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343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998975"/>
            <a:ext cx="232752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SECRÉTAIRE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217" y="3998975"/>
            <a:ext cx="781591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Oui, c'est possible. Vous devez seulement apporter une preuve d'emploi et remplir un formulaire signé.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1482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79415"/>
            <a:ext cx="23275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0217" y="4979415"/>
            <a:ext cx="7815910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D'accord, et la nouvelle grille horaire s'applique à partir de quand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1078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675375"/>
            <a:ext cx="23275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SECRÉTAIRE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217" y="5675375"/>
            <a:ext cx="7815910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Dès le mois prochain.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Dialogue 1 — trois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ce que vous avez noté.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but de l'appel concerne un changement de quoi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documents faut-il apporter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la nouvelle grille entre-t-elle en vigueur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Dialogue 1 — trois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but de l'appel concerne un changement de 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d'horaire de 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documents faut-il apporter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preuve d'emploi et un formulaire signé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la nouvelle grille entre-t-elle en vigueur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mois prochain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2 · UNE CONFIRMATION DE 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quinze heures vous convient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diapo masquée. Notez les cinq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24170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L'EMPLOYEUSE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4396" y="2322576"/>
            <a:ext cx="790173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je vous appelle pour confirmer votre entrevue pour le poste d'aide-cuisinier.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22417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AZIZ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4396" y="3374136"/>
            <a:ext cx="790173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Ah oui, parfait, merci de me rappeler.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4106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05655"/>
            <a:ext cx="22417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L'EMPLOYEUSE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4396" y="4105655"/>
            <a:ext cx="790173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quinze heures cet après-midi vous convient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7258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37175"/>
            <a:ext cx="22417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AZIZ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4396" y="4837175"/>
            <a:ext cx="790173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tout à fait, je serai là.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68695"/>
            <a:ext cx="22417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L'EMPLOYEUSE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4396" y="5568695"/>
            <a:ext cx="790173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Très bien, à tout à l'heure.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Dialogue 2 — trois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ce que vous avez noté.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but de l'appel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 poste Aziz a-t-il postulé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doit-il se présenter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Dialogue 2 — trois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but de l'appel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confirmer une entrevue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quel poste Aziz a-t-il postulé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aide-cuisinier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doit-il se présenter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quinze heures, cet après-midi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réflexes au téléphone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Répétez l'heure et la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Quinze heures cet après-midi, c'est noté. » L'autre personne corrigera tout de suite si vous avez mal entendu.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Épelez votre 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Haddad, H-A-D-D-A-D. » Un nom mal noté, c'est un dossier introuvable et un rappel qui n'arrive jamais.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Demandez à qui vous parlez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À qui est-ce que je parle, s'il vous plaît ? » Notez le nom : il faudra peut-être rappeler.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Confirmez avant de raccrocher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Donc j'apporte une preuve d'emploi et le formulaire signé, c'est bien ça ? » Trente secondes qui évitent un deuxième déplacement.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L'heure, à l'oral et à l'écrit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neuf heures et demie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9 h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quinze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15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dix heures et quart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10 h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midi et demi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12 h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seize heures quarante-cinq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16 h 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 Québec, l'écrit officiel emploie l'heure de zéro à vingt-quatre. L'oral emploie souvent les deux.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de l'oral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heures et demie du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heures de l'après-midi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heures et quart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heure moins le quart de l'après-midi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heures moins dix du matin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heures et demie du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9 h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heures de l'après-midi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15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heures et quart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10 h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heure moins le quart de l'après-midi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12 h 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heures moins dix du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7 h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« OUI » QUI NE CONFIRME RIEN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Est-ce que quinze heures vous convient ? — Oui.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Oui, quinze heures, je serai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« oui » seul peut vouloir dire « j'ai entendu ». En répétant l'heure et en ajoutant « je serai là », vous confirmez vraiment — et vous vérifiez en même temps que vous avez bien entendu.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la secrétaire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message est laissé à monsieur Diallo au sujet d'une inscription.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but de l'appel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les inscriptions commencent-elles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doit-il se rendre au centre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documents faut-il apporter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la secrétaire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but de l'appel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l'informer des dates et des documents pour l'inscription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les inscriptions commencent-elles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semaine prochaine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doit-il se rendre au centre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confirmer son inscription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documents faut-il apporter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pièce d'identité et une preuve de résidence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cinq informations à noter pendant un 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· pourquoi · quelle date · quels documents · quel numéro.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sixième ligne : ce que vous répétez avant de raccrocher.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