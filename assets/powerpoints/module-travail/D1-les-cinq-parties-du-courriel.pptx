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Demander pourquoi on écrit plutôt que d'appeler. Réponses attendues : trace écrite, hors des heures d'ouverture, possibilité de relire avant d'envoyer.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parties, contre six pour le message téléphonique : le courriel n'a pas de salutation finale séparée.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cinq objets au tableau, à partir de situations données. Corriger la longueur : plus de six mots, c'est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celle qui distingue un bon courriel : annoncer une heure tout en disant qu'elle peut bouger.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reconnaissance. Enchaîner tout de suite sur les questions de compréhension.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est la plus fine : elle porte sur la réserve, que beaucoup n'auront pas remarquée.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dernier : un courriel sans objet est souvent classé comme indésirable par le serveur.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une boîte de réception simulée au tableau, avec cinq objets vagues et un précis. Demander lequel on ouvrirait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utile : dans plusieurs traditions épistolaires, on prépare longuement avant de demander. Ici, c'est le contraire.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longueur avant le contenu. Plus de six mots, on coupe.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 d'écriture. Ramasser : ces courriels sont l'évaluation écrite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billet est la fiche de référence du défi 3. Suggérer de le garder dans le cahier pour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parties du courriel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Nour doit accompagner sa mère à un rendez-vous médical. Elle écrit à son enseignant plutôt que d'appeler — et son courriel suit un plan que tout message professionnel suit.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cinq parties d'un courriel professionnel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objet court et précis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annoncer le but du message dès la première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un moyen d'être joint.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parties,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639312"/>
          </a:xfrm>
          <a:prstGeom prst="roundRect">
            <a:avLst>
              <a:gd name="adj" fmla="val 402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CONTENU DE NOUR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l'objet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Retard demain matin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formule d'appel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Monsieur Simard,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3947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but du message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474720"/>
            <a:ext cx="649265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vous écris pour vous aviser que j'arriverai en retard.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formule de politesse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31596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de votre compréhension,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7274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85546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signature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899" y="485546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Nour Haidar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L'OBJET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L'objet dit de quoi il s'agit, en trois ou quatre mots.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Retard demain matin » : on sait tout avant d'ouvrir. « Bonjour » ou « Question » ne disent rien et finissent au bas de la pile. L'objet est la partie la plus lue d'un courriel.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courriel de Nour, phrase par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but, en première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vous écris pour vous aviser que j'arriverai en retard demain matin. » Le destinataire sait tout dès la première ligne.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raison, en une phrase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dois accompagner ma mère à un rendez-vous médical tôt le matin. » Une seule phrase, sans détail inutile.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L'heure prévue, avec une réserve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prévois arriver vers 10 heures, selon la durée du rendez-vous. » L'heure ET l'incertitude : c'est honnête et c'est utile.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moyen d'être joint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Vous pouvez me joindre sur mon cellulaire, au 438 555-0182. » Sans numéro, on ne peut pas vous prévenir d'un changement.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la partie et son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cinq parties du courriel de Nour.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L'objet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d'appel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but du message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de politesse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signature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la partie et son contenu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L'objet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Retard demain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d'appel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Bonjour Monsieur Simard,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but du message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vous écris pour vous aviser que j'arriverai en retard.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de politesse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Merci de votre compréhension,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signature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Nour Haidar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Nour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le courriel, puis répondez.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quelle raison Nour sera-t-elle en retard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prévoit-elle arriver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quelle raison cette heure peut-elle changer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l'enseignant peut-il la joindre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Nour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quelle raison Nour sera-t-elle en retard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accompagne sa mère à un rendez-vous médical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prévoit-elle arriver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vers 10 heures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3413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053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quelle raison cette heure peut-elle changer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selon la durée du rendez-vous médical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4553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870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510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0098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l'enseignant peut-il la joindre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sur son cellulaire, au 438 555-0182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objets, bons et mauvais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MAUVAIS OBJET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BON OBJET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Bonjour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Retard demain matin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Documents pour l'inscription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Urgent !!!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Absence du 12 au 15 mars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 la part de Karim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Abandon du cours — Karim Haddad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(vide)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Demande de changement d'horaire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Un bon objet contient un nom d'action et une date quand c'est pertinent.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L'OBJET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Objet : Bonjour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Objet : Retard demain matin — Nour Haidar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secrétaire reçoit cinquante courriels par jour. « Bonjour » ne dit ni de quoi il s'agit ni si c'est urgent : le message attend. Un objet précis est lu et traité le jour même.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BUT CACHÉ À LA FIN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Trois paragraphes d'explications, et la demande à la dernière ligne.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but dans la première phrase, les détails ensuite.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courriel professionnel se lit en diagonale. Si la demande arrive à la fin, elle risque de ne pas être lue du tout. On annonce d'abord, on explique ensuite — c'est l'inverse d'une lettre personnelle.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l'objet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ou quatre mots, précis.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serez en retard demain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serez absent du 12 au 15 mars.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abandonnez le cours parce que vous déménagez.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changer votre horaire de cours.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envoyez votre billet médical.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l'objet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serez en retard demain matin.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Retard demain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serez absent du 12 au 15 mars.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Absence du 12 au 15 mars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968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608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abandonnez le cours parce que vous déménagez.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Abandon du cours — déménagement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changer votre horaire de cours.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Demande de changement d'horaire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envoyez votre billet médical.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Billet médical — absence du 3 mars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courriel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Les cinq parties. Le but en première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situation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annoncer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ne pas oublier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cinq parties d'un courriel, avec un exemple pour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ligne par partie.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Vos exemples doivent tous parler de la même situation.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