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 : le registre d'abord, l'obligation ensuite. Prévoir une pause nette au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cohérence exigée : le début et la fin doivent être du même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croient qu'un sujet sérieux impose le registre officiel. Le corriger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règle de sécurité. La donner comme telle : dans le doute, on ne se trompe pas en étant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se discute : la relation extérieure au cours change le registre. Laisser le groupe argumenter avant de trancher.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trois courriels mélangés au tableau et faire trouver l'incohérence. Exercice rapide et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exemples au tableau, l'un sous l'autre. La différence est immédiatement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Ils doivent » complète le tableau ; le donner à l'oral. Il sert peu dans les messages du module, où l'on parle de soi ou à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chaque fois que le second verbe est bien à l'infinitif. C'est le seul point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votre » devient « son » : la consigne générale ne s'adresse plus à quelqu'un en particulier.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neuf réponses des deux exercices précédents en vérifiant uniquement l'infinitif.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mentions entre parenthèses donnent la clé : une règle ou une consigne affichée n'a pas de destinataire, donc « il faut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cohérence des registres avant l'infinitif. Rendre avant E1, où le courriel complet sera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Officiel ou familier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Salut Nadia » et « Madame, » ne s'écrivent pas à la même personne. Choisir le mauvais registre est plus visible qu'une faute d'orthographe — et plus difficile à rattraper.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formule d'appel selon la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formule de salutation qui va avec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devoir + infinitif pour une obligation personnelle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faut + infinitif pour une consigne générale.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registres, deux séries de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REGISTRE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FORMULES D'APPEL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SALUTATIONS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officiel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Madame, · Monsieur, · Bonjour Madame,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Sincères salutations, · Respectueusement,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familier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Karim, · Salut Nadia, · Chère Farida,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bientôt, · Amicalement,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mélange jamais les deux : « Madame, … Amicalement » sonne faux.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DU REGISTRE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registre dépend de la relation, pas de l'importance du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« Madame, » à une superviseure qu'on connaît depuis deux semaines, et « Salut » à un collègue qu'on tutoie depuis trois ans. Ce n'est pas la gravité du sujet qui décide, c'est la personne.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repères pour 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Est-ce que je la tutoie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oui, registre familier. Si non ou si vous hésitez, registre officiel. C'est le repère le plus fiable.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Depuis combien de temps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semaines : officiel. Trois ans : cela dépend de la relation. Le temps seul ne suffit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Quelle est sa position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direction, une superviseure, un fonctionnaire : officiel, même après des années.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Dans le doute, officiel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registre officiel n'offense jamais personne. Le registre familier employé trop tôt, 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Officiel ou familier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Pensez à la relation, pas au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collègue, avec qui vous prenez souvent la pause.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l'infirmière de l'école, à qui vous avez parlé une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voisin, qui garde parfois votre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superviseure, pour qui vous travaillez depuis deux semaines.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la directrice du centre, où vous étudiez depuis six mois.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enseignant, avec qui vous avez fait du bénévolat.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Officiel ou familier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collègue, avec qui vous prenez souvent la pause.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l'infirmière de l'école, à qui vous avez parlé une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officiel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voisin, qui garde parfois votre chat.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superviseure, pour qui vous travaillez depuis deux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officiel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la directrice du centre, où vous étudiez depuis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officiel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enseignant, avec qui vous avez fait du bénévolat.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MÉLANGE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Madame Bélisle, … Amicalement, Karim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Madame Bélisle, … Sincères salutations, Karim Haddad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début officiel et une fin familière donnent l'impression qu'on a copié deux modèles différents. Les deux extrémités du message doivent aller ensemble — c'est ce qu'on remarque en premier à la relecture.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L'OBLIGATION, DEUX FAÇONS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désigne quelqu'un. Il faut ne désigne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dois m'inscrire aujourd'hui » : c'est moi. « Il faut remplir le formulaire jaune » : c'est vrai pour tout le monde. Les deux sont suivis d'un verbe à l'infinitif.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je dois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dois aller chez le dentiste.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tu dois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dois prévenir la secrétaire.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07664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07664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doit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07664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Nour doit demander une explication.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nous devons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devons remplir le formulaire.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devez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devez apporter une preuve.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devoir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Devoir au présent, puis le verbe à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chez le dentiste dans vingt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Nour demande une explication à sa collègue.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J'arrive toujours à l'heure à mon rendez-vous.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avertit la secrétaire pour justifier son absence.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J'écris un courriel à mon enseignante.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devoir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chez le dentiste dans vingt minutes.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aller chez le dentiste.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Nour demande une explication à sa collègue.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Nour doit demander une explication.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J'arrive toujours à l'heure à mon rendez-vous.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arriver à l'heure.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avertit la secrétaire pour justifier son absence.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doit avertir la secrétaire.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J'écris un courriel à mon enseignante.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écrire un courriel.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consigne générale, sans désigner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Expliquez la procédure aux nouveaux employés.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Justifiez votre retard par écrit avant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billet médical à la réception.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le temps de bien vous reposer.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Expliquez la procédure aux nouveaux employés.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expliquer la procédure.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Justifiez votre retard par écrit avant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justifier son retard avant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billet médical à la réception.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apporter son billet médical.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le temps de bien vous reposer.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prendre le temps de se reposer.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vous justifiez votre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justifier votre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il faut » et après « devoir », le verbe reste à l'infinitif. Il ne se conjugue pas et ne prend pas de sujet. C'est une erreur qui vient de la traduction directe, et elle disparaît dès qu'on la voit une fois.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ou il faut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Est-ce que la phrase désigne quelqu'un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prévenir avant de partir. (règle du centre)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partir plus tôt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apporter deux documents.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remplir le formulaire jaune. (consigne affichée)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Nour ___ accompagner sa mère demain.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ou il faut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prévenir avant de partir. (règle du centre)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partir plus tôt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apporter deux documents.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remplir le formulaire jaune. (consigne affichée)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Nour ___ accompagner sa mère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début et la fin d'un courriel officiel, puis d'un courriel familier.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lignes en tout : deux appels, deux salutations.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avec « je dois » et une avec « il faut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