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Ton différent des autres : on ne présente rien de nouveau. Laisser beaucoup de place aux questions restées en suspens.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donner les définitions. Ces trois mots sont le cœur du module : personne ne doit les confondre en sortant.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dire, pour chaque document, où on l'obtient. C'est l'information qui manque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complète avec chaque mot, dans une situation de retard ou d'absence.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règle avant d'afficher la colonne du milieu. Ce qui ne revient pas est ce qu'il faut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colonne. Le module reste ouvert dans le portail : chacun peut y revenir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lequel des quatre lui paraît le plus solide, et lequel le moins. Personne ne doit répondre « tous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individuel, cahier fermé, cinq minutes. Corriger ensemble sans compter les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une correction : c'est l'adresse où retourner.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Ces billets disent ce qui est vraiment passé de la classe à la vie — c'est le seul bilan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E2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du module. On rassemble le vocabulaire, on revoit les savoirs, et chacun fait le point sur ce qu'il est maintenant capable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essentiels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savoirs travaillés et savoir où chacun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retourner chercher ce qui n'est pas encore acquis.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mots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retard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7111" y="2121408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d'arriver après un moment fixé.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absence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7111" y="2778252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fait de ne pas se trouver à un endroit où on est attendu.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abandon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111" y="3435096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renoncer à une chose : un cours, un travail.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prévenir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7111" y="4091939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Informer à l'avance.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justifier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7111" y="4748784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Donner la raison d'un retard ou d'une absence.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reprendre des heures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7111" y="5405628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Travailler plus tard pour remplacer les heures manquées.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médical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496" y="2121408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document du médecin qui confirme une consultation.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d'identité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496" y="2909620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officiel qui prouve qui on 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preuve de résidence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496" y="3697833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qui prouve où on habite.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attestation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496" y="4486046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document qui confirme une présence ou des heures suivies.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52948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formulaire signé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496" y="5274259"/>
            <a:ext cx="652251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document rempli et signé, exigé pour une démarche.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travail et le centre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superviseure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2426" y="2121408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responsable des employés.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boîte vocale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2426" y="2778252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système qui enregistre un message quand personne ne répond.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remplacer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2426" y="3435096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Prendre la place de quelqu'un.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télétravail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2426" y="4091939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Travailler depuis la maison.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entrevue d'embauche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2426" y="4748784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rencontre pour obtenir un emploi.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dégât d'eau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2426" y="5405628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dommage causé par de l'eau dans un logement.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74592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é fermé et è ouvert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la fin d'un mot, presque toujours 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Retard, absence, abandon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question est : est-ce que je reviens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Le message téléphonique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six parties, dans un ordre fixe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45008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Le pronom qui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45008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toujours suivi d'un verbe, accordé au groupe repris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45008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22427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Et, ou, mais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22427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addition, choix, opposition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22427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module,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54600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059" y="1975104"/>
            <a:ext cx="13294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Quel, quelle, quels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0583" y="2395728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commande l'accord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059" y="2395728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 courriel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0583" y="2935224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 parties, le but d'abord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059" y="2935224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 registre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3474720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dépend de la relation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059" y="3474720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Devoir et il faut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0583" y="4014215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devoir désigne, il faut 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059" y="4014215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Neuf savoirs pour un module. Chacun renvoie à une séance : c'est là qu'il faut retourner si la règle ne revient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LES QUATRE GESTES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66534"/>
                </a:solidFill>
                <a:latin typeface="Verdana"/>
              </a:rPr>
              <a:t>Prévenir au bon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de partir, pas après être revenu. C'est la règle de la première séance et celle de tout le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66534"/>
                </a:solidFill>
                <a:latin typeface="Verdana"/>
              </a:rPr>
              <a:t>Choisir le bon mot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Retard, absence ou abandon. La question à se poser : est-ce que je reviens, et quand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66534"/>
                </a:solidFill>
                <a:latin typeface="Verdana"/>
              </a:rPr>
              <a:t>Laisser un message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Six parties, trente secondes, le numéro répété deux fois, lentement.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66534"/>
                </a:solidFill>
                <a:latin typeface="Verdana"/>
              </a:rPr>
              <a:t>Écrire un courriel professionnel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Cinq parties, un objet précis, le but dès la première phrase, et une demande claire.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mot qui correspond à la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fait d'arriver après un moment fixé.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fait de renoncer à un cours ou à un travail.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Informer à l'avance.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 du médecin qui confirme une consultation.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 qui confirme les heures suivies.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système qui enregistre un message téléphonique.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fait d'arriver après un moment fixé.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retard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fait de renoncer à un cours ou à un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abandon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Informer à l'avance.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prévenir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 du médecin qui confirme une consultation.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billet médical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 qui confirme les heures suivies.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attestation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système qui enregistre un message téléphonique.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boîte vocale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je sais faire, presque, ou pas encore.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quand prévenir et à qui.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distingue un retard, une absence et un abandon.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laisser un message complet dans une boîte vocale.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expliquer un retard au téléphone.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courriel professionnel.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courriel d'abandon et demander une attestation.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quand prévenir et à qui.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A1, A3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distingue un retard, une absence et un abandon.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A3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laisser un message complet dans une boîte vocale.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B1, B2, B4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expliquer un retard au téléphone.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C1, C4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courriel professionnel.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D1, D2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courriel d'abandon et demander une attestation.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E1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fois où vous avez prévenu quelqu'un en français, en dehors de la classe.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à l'école de vos enfants, chez le médecin.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n'y en a aucune, nommez celle qui viendra bientôt.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