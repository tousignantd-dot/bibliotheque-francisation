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Ces trois mots sont le cœur du module : personne ne doit les confondre en sortant.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dire, pour chaque document, où on l'obtient. C'est l'information qui manque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avec chaque mot, dans une situation de retard ou d'absence.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retard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7111" y="212140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7111" y="2778252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fait de ne pas se trouver à un endroit où on est attendu.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abandon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111" y="3435096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renoncer à une chose : un cours, un travail.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7111" y="4091939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à l'avance.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justifier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7111" y="4748784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la raison d'un retard ou d'une absence.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reprendre des heures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7111" y="540562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plus tard pour remplacer les heures manquées.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médical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d'identité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officiel qui prouve qui on 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qui prouve où on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attestation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qui confirme une présence ou des heures suivies.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 signé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rempli et signé, exigé pour une démarche.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travail et le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superviseure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2426" y="212140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des employés.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vocale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2426" y="2778252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système qui enregistre un message quand personne ne répond.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remplacer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2426" y="3435096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Prendre la place de quelqu'un.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télétravail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2426" y="4091939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depuis la maison.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 d'embauche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2426" y="4748784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rencontre pour obtenir un emploi.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dégât d'eau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2426" y="540562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dommage causé par de l'eau dans un logement.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é fermé et è ouvert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la fin d'un mot, presque toujours 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Retard, absence, abandon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question est : est-ce que je reviens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message téléphonique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six parties, dans un ordre fixe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pronom qui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toujours suivi d'un verbe, accordé au groupe repris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Et, ou, mais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addition, choix, opposition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Quel, quelle, quels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commande l'accord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courriel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parties, le but d'abord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registre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dépend de la relation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Devoir et il faut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devoir désigne, il faut 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 si la règle ne revient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Prévenir au bon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de partir, pas après être revenu. C'est la règle de la première séance et celle de tout le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Choisir le bon mot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Retard, absence ou abandon. La question à se poser : est-ce que je reviens, et quand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Laisser un message complet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Six parties, trente secondes, le numéro répété deux fois, lentement.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A5335F"/>
                </a:solidFill>
                <a:latin typeface="Verdana"/>
              </a:rPr>
              <a:t>Écrire un courriel professionnel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Cinq parties, un objet précis, le but dès la première phrase, et une demande claire.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de renoncer à un cours ou à un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Informer à l'avance.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qui confirme les heures suivies.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qui enregistre un message téléphonique.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d'arriver après un moment fixé.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de renoncer à un cours ou à un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Informer à l'avance.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prévenir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du médecin qui confirme une consultation.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billet médical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qui confirme les heures suivies.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attestation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qui enregistre un message téléphonique.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boîte vocale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quand prévenir et à qui.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retard, une absence et un abandon.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un message complet dans une boîte vocale.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 retard au téléphone.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professionnel.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d'abandon et demander une attestation.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quand prévenir et à qui.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retard, une absence et un abandon.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un message complet dans une boîte vocale.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 retard au téléphone.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C1, C4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professionnel.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D1,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d'abandon et demander une attestation.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fois où vous avez prévenu quelqu'un en français, en dehors de la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 de vos enfants, chez le médecin.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aucune, nommez celle qui viendra bientôt.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