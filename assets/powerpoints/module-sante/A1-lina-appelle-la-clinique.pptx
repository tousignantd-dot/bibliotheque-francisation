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3. Écrire au tableau les trois choses qu'on donne toujours au téléphone : QUI · POURQUOI · QUAND. C'est le plan du module entier, et celui de l'appel que chacun fera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Ne pas corriger tout de suite : la deuxième question est le sujet de A2, on y revient. Noter au tableau les réponses du groupe pour les comparer à la fin de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utile pour un nouvel arrivant : la carte d'assurance maladie s'apporte à CHAQUE visite, pas seulement la première.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 : la première sans le texte, la deuxième avec. Les trois répliques en évidence sont les trois questions rituelles.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Lina ne raconte pas sa vie : deux symptômes, une durée. C'est exactement ce qu'il faut, et c'est ce qu'on travaille en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Elle revient en A4, en B5 et en E1 — c'est la colonne vertébrale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fausses se corrigent en disant la bonne information, pas seulement « faux ». C'est la consigne à donner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deux, debout, sans regarder le texte. Deux minutes par tour, puis on échange les rôles. La quatrième réponse compte double : savoir dire NON poliment à une heure qui ne convient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deux phrases servent de point de départ en A4, puis dans l'appel enregistré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Lina appelle la clinique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Lina se sent fatiguée depuis deux semaines et a souvent mal à la tête. Elle veut voir un médecin. Tout commence par un appel de deux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appel pour obtenir un rendez-vous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qui on est et pourquoi on appelle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simplement comment on se sent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faut apporter à un rendez-vous.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êtes fatigué depuis deux semaines. Qu'est-ce que vous faites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attend que ça passe ? Combien de temps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appelle-t-on en premier, au Québec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un rendez-vous pour voir un médecin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dit quand la réceptionniste répond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Lina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Depuis quand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semaines de fatigue, et souvent mal à la tête. Ce n'est pas une urgence, mais ça dure.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décide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Appeler la Clinique Notre-Dame, où elle est déjà allée l'année dernière.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lui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nom, si elle est déjà venue, et la raison de sa visite. Trois questions, toujours les mêmes.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lui rappelle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D'apporter sa carte d'assurance maladie. Sans elle, la visite peut être facturée.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Clinique Notre-Dame, bonjour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une première fois sans lire.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301409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46779" y="2322576"/>
            <a:ext cx="712934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Clinique Notre-Dame, bonjour.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89503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54096"/>
            <a:ext cx="301409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6779" y="3054096"/>
            <a:ext cx="712934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je voudrais prendre un rendez-vous avec un médecin,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4106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05655"/>
            <a:ext cx="301409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6779" y="4105655"/>
            <a:ext cx="712934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Bien sûr. Est-ce que vous êtes déjà venue à notre clinique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37175"/>
            <a:ext cx="301409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6779" y="4837175"/>
            <a:ext cx="712934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l'année dernière. Je m'appelle Lina Ferreira.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40410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5568695"/>
            <a:ext cx="301409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46779" y="5568695"/>
            <a:ext cx="712934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Parfait. Quelle est la raison de votre visite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Jeudi à onze heures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30140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46779" y="1901952"/>
            <a:ext cx="71293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me sens fatiguée depuis deux semaines et j'ai souvent mal à la tête.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30140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6779" y="2989072"/>
            <a:ext cx="71293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comprends. Le docteur Tremblay est libre jeudi à onze heures. Est-ce que ça vous convient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30140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6779" y="4076191"/>
            <a:ext cx="71293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c'est parfait. Merci beaucoup 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609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825492"/>
            <a:ext cx="30140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6779" y="4825492"/>
            <a:ext cx="71293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N'oubliez pas votre carte d'assurance maladie. À jeudi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L'APPEL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je suis · pourquoi j'appelle · quand je peux venir.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informations, dans cet ordre. La réceptionniste n'a pas besoin d'autre chose, et l'appel dure deux minutes.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Lina appelle pour prendre 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première fois qu'elle vient à cette clinique.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se sent fatiguée depuis deux semaines.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souvent mal au dos.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est jeudi à onze heures.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réceptionniste lui rappelle d'apporter sa carte d'assurance maladie.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Lina appelle pour prendre un rendez-vous.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première fois qu'elle vient à cette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est venue l'année dernière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se sent fatiguée depuis deux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souvent mal au dos.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a mal à la tête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est jeudi à onze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réceptionniste lui rappelle d'apporter sa carte d'assurance maladie.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qu'elle répond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êtes Lina. Répondez à la réceptionniste.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Clinique Notre-Dame, bonjour.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Est-ce que vous êtes déjà venue chez nous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656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5025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142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8200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Quelle est la raison de votre visite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Jeudi à onze heures, ça vous convient ?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qu'elle répond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Clinique Notre-Dame, bonjour.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Bonjour, je voudrais prendre un rendez-vous,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Est-ce que vous êtes déjà venue chez nous ?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Oui, l'année dernière. / Non, c'est la première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656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5025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142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8200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Quelle est la raison de votre visite ?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me sens fatiguée depuis deux semaines.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Jeudi à onze heures, ça vous convient ?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Oui, c'est parfait, merci. / Non, est-ce que vous avez autre chose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phrases que vous diriez pour prendre un rendez-vous.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vous êtes, et pourquoi vous appelez.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Utilisez votre vrai nom et une vraie raison.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