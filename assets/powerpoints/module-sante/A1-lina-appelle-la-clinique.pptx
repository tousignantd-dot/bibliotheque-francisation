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module 3. Écrire au tableau les trois choses qu'on donne toujours au téléphone : QUI · POURQUOI · QUAND. C'est le plan du module entier, et celui de l'appel que chacun fera en 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Cinq minutes en grand groupe. Ne pas corriger tout de suite : la deuxième question est le sujet de A2, on y revient. Noter au tableau les réponses du groupe pour les comparer à la fin de A2.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carte est la plus utile pour un nouvel arrivant : la carte d'assurance maladie s'apporte à CHAQUE visite, pas seulement la première.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écouter deux fois : la première sans le texte, la deuxième avec. Les trois répliques en évidence sont les trois questions rituelles.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que Lina ne raconte pas sa vie : deux symptômes, une durée. C'est exactement ce qu'il faut, et c'est ce qu'on travaille en A4.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diapositive à photographier. Elle revient en A4, en B5 et en E1 — c'est la colonne vertébrale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deux fausses se corrigent en disant la bonne information, pas seulement « faux ». C'est la consigne à donner avant de commencer.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À deux, debout, sans regarder le texte. Deux minutes par tour, puis on échange les rôles. La quatrième réponse compte double : savoir dire NON poliment à une heure qui ne convient 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Ramasser. Ces deux phrases servent de point de départ en A4, puis dans l'appel enregistré de 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A1  ·  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Lina appelle la clinique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Lina se sent fatiguée depuis deux semaines et a souvent mal à la tête. Elle veut voir un médecin. Tout commence par un appel de deux minutes.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Prendre rendez-vous et aller à la pharmacie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un appel pour obtenir un rendez-vous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qui on est et pourquoi on appelle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décrire simplement comment on se sent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ce qu'il faut apporter à un rendez-vous.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MISE EN SITUATION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Vous êtes fatigué depuis deux semaines. Qu'est-ce que vous faites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qu'on attend que ça passe ? Combien de temps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Qui appelle-t-on en premier, au Québec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Faut-il un rendez-vous pour voir un médecin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qu'on dit quand la réceptionniste répond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LA SITUATION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qu'on sait de Lina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Depuis quand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Deux semaines de fatigue, et souvent mal à la tête. Ce n'est pas une urgence, mais ça dure.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Ce qu'elle décide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Appeler la Clinique Notre-Dame, où elle est déjà allée l'année dernière.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Ce qu'on lui demande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Son nom, si elle est déjà venue, et la raison de sa visite. Trois questions, toujours les mêmes.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Ce qu'on lui rappelle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D'apporter sa carte d'assurance maladie. Sans elle, la visite peut être facturée.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DIALOGUE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Clinique Notre-Dame, bonjour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une première fois sans lire.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322576"/>
            <a:ext cx="301409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LA RÉCEPTIONNISTE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46779" y="2322576"/>
            <a:ext cx="7129348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Clinique Notre-Dame, bonjour.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89503"/>
            <a:ext cx="11057839" cy="969264"/>
          </a:xfrm>
          <a:prstGeom prst="roundRect">
            <a:avLst>
              <a:gd name="adj" fmla="val 1509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054096"/>
            <a:ext cx="301409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LINA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46779" y="3054096"/>
            <a:ext cx="7129348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Bonjour, je voudrais prendre un rendez-vous avec un médecin, s'il vous plaît.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941063"/>
            <a:ext cx="11057839" cy="649224"/>
          </a:xfrm>
          <a:prstGeom prst="roundRect">
            <a:avLst>
              <a:gd name="adj" fmla="val 22535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105655"/>
            <a:ext cx="301409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LA RÉCEPTIONNISTE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46779" y="4105655"/>
            <a:ext cx="7129348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Bien sûr. Est-ce que vous êtes déjà venue à notre clinique 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4837175"/>
            <a:ext cx="301409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LINA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46779" y="4837175"/>
            <a:ext cx="7129348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Oui, l'année dernière. Je m'appelle Lina Ferreira.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404103"/>
            <a:ext cx="11057839" cy="649224"/>
          </a:xfrm>
          <a:prstGeom prst="roundRect">
            <a:avLst>
              <a:gd name="adj" fmla="val 22535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5568695"/>
            <a:ext cx="301409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LA RÉCEPTIONNISTE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46779" y="5568695"/>
            <a:ext cx="7129348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Parfait. Quelle est la raison de votre visite 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DIALOGUE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Jeudi à onze heures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301409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LINA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46779" y="1901952"/>
            <a:ext cx="712934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me sens fatiguée depuis deux semaines et j'ai souvent mal à la tête.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301409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LA RÉCEPTIONNISTE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46779" y="2989072"/>
            <a:ext cx="712934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comprends. Le docteur Tremblay est libre jeudi à onze heures. Est-ce que ça vous convient 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4076191"/>
            <a:ext cx="301409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LINA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46779" y="4076191"/>
            <a:ext cx="712934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Oui, c'est parfait. Merci beaucoup 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66090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4825492"/>
            <a:ext cx="301409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LA RÉCEPTIONNISTE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46779" y="4825492"/>
            <a:ext cx="712934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N'oubliez pas votre carte d'assurance maladie. À jeudi 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LA RÈGLE DE L'APPEL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Qui je suis · pourquoi j'appelle · quand je peux venir.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Trois informations, dans cet ordre. La réceptionniste n'a pas besoin d'autre chose, et l'appel dure deux minutes.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D'après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Lina appelle pour prendre un rendez-vous.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la première fois qu'elle vient à cette clinique.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se sent fatiguée depuis deux semaines.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a souvent mal au dos.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rendez-vous est jeudi à onze heures.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réceptionniste lui rappelle d'apporter sa carte d'assurance maladie.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Lina appelle pour prendre un rendez-vous.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la première fois qu'elle vient à cette clinique.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elle est venue l'année dernière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se sent fatiguée depuis deux semaines.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a souvent mal au dos.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elle a mal à la tête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rendez-vous est jeudi à onze heures.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réceptionniste lui rappelle d'apporter sa carte d'assurance maladie.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Qu'est-ce qu'elle répond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Vous êtes Lina. Répondez à la réceptionniste.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15416"/>
          </a:xfrm>
          <a:prstGeom prst="roundRect">
            <a:avLst>
              <a:gd name="adj" fmla="val 1598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145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7853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« Clinique Notre-Dame, bonjour. 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183127"/>
            <a:ext cx="11057839" cy="915416"/>
          </a:xfrm>
          <a:prstGeom prst="roundRect">
            <a:avLst>
              <a:gd name="adj" fmla="val 1598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45795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52196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38575"/>
            <a:ext cx="10097719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« Est-ce que vous êtes déjà venue chez nous ?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26560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35025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41426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382008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« Quelle est la raison de votre visite ? 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967732"/>
            <a:ext cx="11057839" cy="915416"/>
          </a:xfrm>
          <a:prstGeom prst="roundRect">
            <a:avLst>
              <a:gd name="adj" fmla="val 1598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2425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3065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123180"/>
            <a:ext cx="10097719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« Jeudi à onze heures, ça vous convient ? »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Qu'est-ce qu'elle répond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15416"/>
          </a:xfrm>
          <a:prstGeom prst="roundRect">
            <a:avLst>
              <a:gd name="adj" fmla="val 1598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145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7853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« Clinique Notre-Dame, bonjour. »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Bonjour, je voudrais prendre un rendez-vous, s'il vous plaît.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183127"/>
            <a:ext cx="11057839" cy="915416"/>
          </a:xfrm>
          <a:prstGeom prst="roundRect">
            <a:avLst>
              <a:gd name="adj" fmla="val 1598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45795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52196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38575"/>
            <a:ext cx="10097719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« Est-ce que vous êtes déjà venue chez nous ? »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Oui, l'année dernière. / Non, c'est la première fois.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26560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35025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41426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382008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« Quelle est la raison de votre visite ? »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Je me sens fatiguée depuis deux semaines.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967732"/>
            <a:ext cx="11057839" cy="915416"/>
          </a:xfrm>
          <a:prstGeom prst="roundRect">
            <a:avLst>
              <a:gd name="adj" fmla="val 1598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2425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3065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123180"/>
            <a:ext cx="10097719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« Jeudi à onze heures, ça vous convient ? »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Oui, c'est parfait, merci. / Non, est-ce que vous avez autre chose 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les deux phrases que vous diriez pour prendre un rendez-vous.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Qui vous êtes, et pourquoi vous appelez.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Utilisez votre vrai nom et une vraie raison.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Prendre rendez-vous et aller à la pharmacie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