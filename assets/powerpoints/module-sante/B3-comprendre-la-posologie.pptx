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Cœur du défi 1. Apporter, si possible, deux vraies étiquettes de pilulier vides : rien ne remplace l'objet.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3 du défi 1. Faire remarquer que la colonne de droite dit la même chose en mots de tous les jours : c'est ça,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ces quatre réponses sur les vraies étiquettes apportées. Dix minutes, à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santé publique, pas seulement de langue. Le dire simplement et le laisser à l'écran une minute entière.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expressions sont sur les étiquettes mais absentes des dialogues du module : ce sont elles qui bloquent en pharmacie.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Refuser la traduction mot à mot : on veut le geste, pas le synonyme.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consigne est incomplète exprès. C'est l'exercice qui fait le plus travailler : il faut savoir ce qu'on ignore.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répandue, dans toutes les langues. La nommer sans moraliser : l'important est la phrase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Ceux qui n'ont rien apporté travaillent sur les étiquettes du groupe. Ne jamais commenter le médicament de quelqu'un devant la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Vérifier surtout la quatrième ligne : c'est celle qu'on oublie de lire sur les vraies boîtes.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Comprendre la posologie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comprimé deux fois par jour, avec de la nourriture, pendant sept jours, sans alcool. » Quatre consignes en une phrase, dites une seule fois.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quatre consignes d'un traitement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traduire une consigne en gestes concrets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étiquette de pilulier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qui est interdit pendant un traitement.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 et son explication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fois par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de la nourriture.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sept jours.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d'alcool.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 et son explication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fois par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matin et le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de la nourriture.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le repas.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sept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Toute la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d'alcool.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buvez pas de vin ni de bière.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Quatre questions à se poser devant un médicament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CHERCHE SUR L'ÉTIQUETTE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Combien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comprimé, deux comprimés, une cuillère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Quand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matin, soir, aux repas, au coucher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Combien de temps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sept jours, dix jours, jusqu'à la fin de la boîte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Quoi éviter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l'alcool, le soleil, la conduite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 une des quatre réponses manque, on la demande avant de partir.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TRAITEMENT COMPLET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finit la boîte, même si on va mieux.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un antibiotique surtout : arrêter dès qu'on se sent mieux laisse survivre les bactéries les plus résistantes, et l'infection revient plus forte.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l'étiquette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par voie orale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la bouche. S'oppose à « en application locale », sur la peau.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 besoin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Seulement si vous avez mal. Ce n'est pas obligatoire, contrairement à un antibiotique.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à jeun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L'estomac vide, souvent une heure avant le repas.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jusqu'à la fin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Toute la boîte, même si les symptômes ont disparu.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la consigne en mots de tous les 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comprimé aux douze heures.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comprimés au besoin, maximum six par jour.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prendre à jeun.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Jusqu'à la fin du traitement.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comprimé aux douze heures.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le matin, un le soir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comprimés au besoin, maximum six par jour.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seulement si j'ai mal, et jamais plus de six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prendre à jeun.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l'estomac vide, avant de manger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Jusqu'à la fin du traitement.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toute la boîte, même si je vais mieux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manque une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Quelle question posez-vous au pharmacien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Prenez un comprimé par jour.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fois par jour, pendant dix jours.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comprimé le matin, pendant une semaine.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manque une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Prenez un comprimé par jour.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combien de temps ? / À quel moment de la journée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fois par jour, pendant dix jours.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 de comprimés à la fois ? / Avec ou sans nourriture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comprimé le matin, pendant une semaine.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 boire de l'alcool ? / Le prendre en mangeant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« JE VAIS MIEUX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me sens mieux, j'arrête les antibiotiques.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me sens mieux, mais je finis la boîte.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 sentir mieux au troisième jour est normal et attendu. L'infection n'est pas finie pour autant : c'est la raison même pour laquelle le pharmacien dit « pendant sept jours » plutôt que « jusqu'à ce que ça aille mieux 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propre étiquette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Prenez une boîte que vous avez chez vous, ou celle du groupe.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éviter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consignes d'un médicament, dans vos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Combien, quand, combien de temps, quoi éviter.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vrai médicament, le vôtre ou celui d'un proche.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