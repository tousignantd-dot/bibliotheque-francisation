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d'abord les billets de A4, B4, C5 et C3 : chacun contient une phrase prête. Personne ne part d'une page blanche — c'est la condition pour que la séance tienne en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laisser au tableau pendant tous les enregistrements. Les élèves y reviennent des yeux entre deux essais.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temps sont ceux de l'activité interactive. La quatrième carte ajoute la confirmation : c'est ce qui distingue un bon appel d'un appel récité.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en silence. Circuler et vérifier que les quatre lignes sont remplies avant d'autoriser le premier 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Insister sur l'étape 2 : c'est elle qui fait progresser, et c'est celle qu'on saute. Autoriser autant d'essais que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versions, si un volontaire accepte. La différence s'entend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moitié de la séance. Le courriel est celui de l'activité interactive : les élèves le rédigent dans le module, pas sur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Employer au moins une fois « avoir besoin de » ou le futur proche : c'est la contrainte de langue, et elle est écrite dans l'activité.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Le bouton « Vérifier mon message » de l'activité corrige la langue ; l'enseignant vérifie le contenu — les quatre éléments y sont-ils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orientent la révision de E2 : on y reprend ce que le groupe nomme, pas ce qu'on avait prévu.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l'appel et le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productions, deux canaux : on appelle la clinique à voix haute, puis on écrit à la pharmacie. Tout le module sert ici.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un rendez-vous au téléphone,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s'écouter, recommencer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demande de renouvellement d'ordonnance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avoir besoin de ou le futur proche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 · LES TROIS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tu es · pourquoi tu appelles · ce que tu demandes.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 suffisent. C'est la règle de A1, et c'est la grille d'évaluation de l'enregistrement.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 à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Qui tu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je m'appelle… Je suis déjà venu chez vous l'an dernier.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Pourquoi tu appelles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me sens fatigué depuis deux semaines et j'ai souvent mal à la tête.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Ce que tu demandes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le docteur a une place cette semaine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Et si on te propose une heure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confirmes : « Donc c'est bien mardi à 14 h 30 ? » — la reformulation de B2.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d'enregistrer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vos billets et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nom, et si vous êtes déjà venu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phrase de symptôme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dont vous avez besoin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moments où vous êtes libre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S'enregistrer, s'écouter, recommencer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l'activité, section « Je me lance ». Trois étapes.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· Je m'enregistre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· Je m'écoute et je corrige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· J'envoie à mon enseignant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LECTURE À VOIX HAUTE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(On lit ses quatre lignes sans lever les yeux.)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(On regarde ses notes, puis on parle.)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lu s'entend : le débit est plat et les mots sont ceux de l'écrit. Au téléphone, la réceptionniste attend une conversation. Les notes servent de rappel, pas de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 · LE RENOUVELLEMENT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vous êtes · le médicament · combien il en reste · votre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vous reste deux comprimés et l'ordonnance est terminée. Vous écrivez à ordonnances@pharmacienotredame.ca. Quatre à six phrases suffisent.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courriel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votre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prénom et nom, comme sur l'ordonnance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médicament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nom exact, tel qu'écrit sur la boîte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en reste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comprimés, une journée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renouvellement, et pour quand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courriel, phrase par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Écrivez-le dans l'activité, puis faites-le vérifier.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 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médicament et ce qu'il en reste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formule finale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courriel, phrase par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Demande de renouvellement d'ordonnance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 phrase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Bonjour, je m'appelle… et je suis client chez vous.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médicament et ce qu'il en reste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me reste deux comprimés de… et mon ordonnance est terminée.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J'ai besoin d'un renouvellement. Je vais passer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formule finale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Merci de votre aide. / Merci à l'avance.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qui a été le plus difficile : l'appel ou le courriel ?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ou trois phrases.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vous referiez autrement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