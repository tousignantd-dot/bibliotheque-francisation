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Rendre d'abord les billets de A4, B4, C5 et C3 : chacun contient une phrase prête. Personne ne part d'une page blanche — c'est la condition pour que la séance tienne en 90 minutes.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laisser au tableau pendant tous les enregistrements. Les élèves y reviennent des yeux entre deux essais.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trois temps sont ceux de l'activité interactive. La quatrième carte ajoute la confirmation : c'est ce qui distingue un bon appel d'un appel récité.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Dix minutes en silence. Circuler et vérifier que les quatre lignes sont remplies avant d'autoriser le premier enregistrement.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Trente minutes. Insister sur l'étape 2 : c'est elle qui fait progresser, et c'est celle qu'on saute. Autoriser autant d'essais que voulu.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écouter deux versions, si un volontaire accepte. La différence s'entend immédiatement.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Deuxième moitié de la séance. Le courriel est celui de l'activité interactive : les élèves le rédigent dans le module, pas sur papier.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Employer au moins une fois « avoir besoin de » ou le futur proche : c'est la contrainte de langue, et elle est écrite dans l'activité.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Trente minutes. Le bouton « Vérifier mon message » de l'activité corrige la langue ; l'enseignant vérifie le contenu — les quatre éléments y sont-ils 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Ramasser. Ces billets orientent la révision de E2 : on y reprend ce que le groupe nomme, pas ce qu'on avait prévu.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SÉANCE E1  ·  MODULE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À toi : l'appel et le courriel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394968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Deux productions, deux canaux : on appelle la clinique à voix haute, puis on écrit à la pharmacie. Tout le module sert ici.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90 minutes  ·  Prendre rendez-vous et aller à la pharmacie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Prendre rendez-vous et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prendre un rendez-vous au téléphone, à voix haute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s'enregistrer, s'écouter, recommencer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écrire une demande de renouvellement d'ordonnance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avoir besoin de ou le futur proche à l'écrit.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Prendre rendez-vous et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PRODUCTION ORALE · LES TROIS TEMPS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Qui tu es · pourquoi tu appelles · ce que tu demandes.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303528"/>
          </a:xfrm>
          <a:prstGeom prst="roundRect">
            <a:avLst>
              <a:gd name="adj" fmla="val 1122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846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Trente secondes suffisent. C'est la règle de A1, et c'est la grille d'évaluation de l'enregistrement.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Prendre rendez-vous et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PRODUCTION ORALE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qu'on dit à chaque temps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746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Temps 1 · Qui tu 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859024"/>
            <a:ext cx="4806543" cy="7299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« Bonjour, je m'appelle… Je suis déjà venu chez vous l'an dernier. 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746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Temps 2 · Pourquoi tu appelles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859024"/>
            <a:ext cx="4806543" cy="7299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« Je me sens fatigué depuis deux semaines et j'ai souvent mal à la tête. »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746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Temps 3 · Ce que tu demandes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5076444"/>
            <a:ext cx="4806543" cy="7299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« Est-ce que le docteur a une place cette semaine ? 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746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Et si on te propose une heure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5076444"/>
            <a:ext cx="4806543" cy="7299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Tu confirmes : « Donc c'est bien mardi à 14 h 30 ? » — la reformulation de B2.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Prendre rendez-vous et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PRATIQUE · 1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Avant d'enregistrer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Relisez vos billets et complétez.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Votre nom, et si vous êtes déjà venu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Votre phrase de symptôme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Ce dont vous avez besoin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Trois moments où vous êtes libre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Prendre rendez-vous et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PRATIQUE · 2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S'enregistrer, s'écouter, recommencer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Dans l'activité, section « Je me lance ». Trois étapes.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1 · Je m'enregistre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2 · Je m'écoute et je corrige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3 · J'envoie à mon enseignant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Prendre rendez-vous et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LE PIÈGE DE LA LECTURE À VOIX HAUTE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(On lit ses quatre lignes sans lever les yeux.)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(On regarde ses notes, puis on parle.)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 texte lu s'entend : le débit est plat et les mots sont ceux de l'écrit. Au téléphone, la réceptionniste attend une conversation. Les notes servent de rappel, pas de script.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Prendre rendez-vous et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PRODUCTION ÉCRITE · LE RENOUVELLEMENT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Qui vous êtes · le médicament · combien il en reste · votre demande.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303528"/>
          </a:xfrm>
          <a:prstGeom prst="roundRect">
            <a:avLst>
              <a:gd name="adj" fmla="val 1122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846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Il vous reste deux comprimés et l'ordonnance est terminée. Vous écrivez à ordonnances@pharmacienotredame.ca. Quatre à six phrases suffisent.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Prendre rendez-vous et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PRODUCTION ÉCRITE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que le courriel doit contenir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L'ÉLÉMENT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QU'ON ÉCRIT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votre nom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prénom et nom, comme sur l'ordonnance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le médicament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son nom exact, tel qu'écrit sur la boîte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ce qu'il en reste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deux comprimés, une journée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la demande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renouvellement, et pour quand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Prendre rendez-vous et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PRATIQUE · 3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courriel, phrase par phrase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Écrivez-le dans l'activité, puis faites-le vérifier.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6339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2740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Objet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80868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0456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06857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36316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Première phrase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22040"/>
            <a:ext cx="11057839" cy="915416"/>
          </a:xfrm>
          <a:prstGeom prst="roundRect">
            <a:avLst>
              <a:gd name="adj" fmla="val 1598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9686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96087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777488"/>
            <a:ext cx="10097719" cy="641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Le médicament et ce qu'il en reste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665472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7891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8531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820920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La demande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406644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53034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59435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562092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La formule finale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Prendre rendez-vous et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courriel, phrase par phrase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6339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2740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Objet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Demande de renouvellement d'ordonnance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80868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0456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06857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36316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Première phrase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Bonjour, je m'appelle… et je suis client chez vous.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22040"/>
            <a:ext cx="11057839" cy="915416"/>
          </a:xfrm>
          <a:prstGeom prst="roundRect">
            <a:avLst>
              <a:gd name="adj" fmla="val 1598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9686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96087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777488"/>
            <a:ext cx="10097719" cy="641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Le médicament et ce qu'il en reste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Il me reste deux comprimés de… et mon ordonnance est terminée.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665472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7891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8531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820920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La demande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J'ai besoin d'un renouvellement. Je vais passer jeudi.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406644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53034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59435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562092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La formule finale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Merci de votre aide. / Merci à l'avance.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Prendre rendez-vous et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Notez ce qui a été le plus difficile : l'appel ou le courriel ? Pourquoi 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Deux ou trois phrases.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Ce que vous referiez autrement la prochaine fois.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Prendre rendez-vous et aller à la pharmacie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