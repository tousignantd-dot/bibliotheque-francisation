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où on en est : Lina a eu son rendez-vous jeudi (bloc A), elle sort de chez le médecin avec un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bonne réponse : il vérifie les allergies et les interactions. Dire qu'on ne sait pas est une réponse acceptable — le pharmacien a le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Lina, à la fin, est celle qu'il faut oser poser. Le faire remarquer : c'est gratuit, et c'est le travail du pharmacien.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consignes dans deux répliques : combien, quand, combien de temps, et une interdiction. Les faire compter avant de les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Elle structure toute la séance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1 du défi 1. Faire corriger les fausses en citant la réplique du pharmacien.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réponses au tableau et les laisser : elles servent de modèle à la pratique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minutes, puis on échange. Circuler et vérifier une chose : est-ce que le client POSE une question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questions du groupe alimentent B4, où on apprend à faire répéter quand la réponse n'a pas été comprise.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Lina apporte son ordonnance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médecin a prescrit des antibiotiques. Au comptoir, le pharmacien explique comment les prendre — et il pose une question que beaucoup n'attendent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échange au comptoir de la pharmacie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quatre consignes d'un traitement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« avez-vous déjà pris ce médicament ?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qu'on peut poser des questions au pharmacien.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pharmacien vous demande si vous avez déjà pris ce médicament. Pourquoi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cherche à savoir, exactement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répond « je ne sais pas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parler de ses allergies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des autres médicaments qu'on prend déjà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peux vous aider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une première fois sans lire.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244735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0041" y="2322576"/>
            <a:ext cx="76960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est-ce que je peux vous aider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244735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0041" y="3071876"/>
            <a:ext cx="76960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j'ai une ordonnance du médecin pour des antibiotiques.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244735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PHARMACIEN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0041" y="3821175"/>
            <a:ext cx="76960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Est-ce que vous avez déjà pris ce médicament avant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437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08295"/>
            <a:ext cx="244735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0041" y="4908295"/>
            <a:ext cx="76960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c'est la première fois. Comment est-ce que je dois le prendre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comprimé, deux fois par jour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44735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0041" y="1901952"/>
            <a:ext cx="76960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un comprimé deux fois par jour, matin et soir, pendant sept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244735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0041" y="2989072"/>
            <a:ext cx="76960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le prendre avec de la nourriture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244735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PHARMACIEN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0041" y="3738371"/>
            <a:ext cx="76960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c'est même recommandé. Ne buvez pas d'alcool pendant le traitement.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25491"/>
            <a:ext cx="244735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0041" y="4825491"/>
            <a:ext cx="76960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 pour vos conseils 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LA POSOLOGIE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· quand · pendant combien de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informations sur chaque étiquette, dans cet ordre. S'il en manque une, on la demande avant de sortir de la pharmacie.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Lina a une ordonnance du médecin.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Lina a déjà pris ce médicament avant.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doit prendre un comprimé deux fois par jour.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doit prendre le médicament pendant sept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peut boire de l'alcool pendant le traitement.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peut prendre le médicament avec de la nourriture.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Lina a une ordonnance du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Lina a déjà pris ce médicament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la première fois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doit prendre un comprimé deux fois par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doit prendre le médicament pendant sept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peut boire de l'alcool pendant le traitement.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pas d'alcool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peut prendre le médicament avec de la nourriture.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c'est même recommandé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consignes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Relevez-les dans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à la fois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fois par jour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combien de temps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interdit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consignes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à la fois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comprimé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fois par jour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fois — matin et soir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combien de temps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sept jours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interdit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l'alcool, pendant tout le traitement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Lina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est le pharmacien, l'autre le client.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demande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présentez votre papier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vérifie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posez votre question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vérifiez la nourriture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question que vous poseriez au pharmacien, pour un vrai médicament.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question sur la façon de le prendre, ou sur ce qu'il ne faut pas 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peut être un médicament que vous prenez déjà.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