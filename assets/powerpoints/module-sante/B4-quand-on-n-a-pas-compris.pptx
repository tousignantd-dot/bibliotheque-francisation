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libératrice. Beaucoup d'élèves croient que demander de répéter est impoli ou humiliant. C'est le contraire, et c'est ce qu'il faut leur dire d'entrée.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mérite une vraie réponse : oui, on peut rappeler, et c'est gratuit. Beaucoup l'ignorent.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Le deuxième argument est celui qui convainc : ce n'est pas une faveur qu'on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la quatrième est toujours acceptée en pharmacie : l'étiquette est justement faite pour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culpabiliser : ce réflexe est universel quand on apprend une langue. Le nommer suffit à le désamorcer.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donc » ouvre les quatre. C'est le mot outil de la séance : l'écrire au tableau et le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situations sont différentes et appellent des formules différentes. C'est le point de la séance : choisir, pas réciter.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puis on échange. Demander à celui qui joue le pharmacien de parler VRAIMENT vite : c'est ce qui rend l'exercice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À la séance suivante, commencer par faire dire ces phrases debout, une par élève : trente secondes, et elles s'installent.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on n'a pas compris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pharmacien parle vite, il y a du monde derrière vous, et vous hochez la tête. C'est le moment le plus fréquent — et le plus risqué — de tout le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répéter, poliment et sans s'excuser longuement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pour vérifier ce qu'on a compris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d'écrire ce qui est important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oser dire qu'on n'a pas compris.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QUESTION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n'avez pas compris la posologie. Qu'est-ce que vous faites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ose demander une deuxième fois ? Une troisième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demander qu'on l'écrive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risque-t-on à ne pas demander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rappeler la pharmacie plus tard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DOUTE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médicament mal compris ne se devine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trois fois coûte trente secondes. Se tromper de dose coûte beaucoup plus. Le pharmacien est payé pour expliquer, et il préfère répéter.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dire qu'on n'a pas compris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OBTIENT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Pardon, pouvez-vous répéter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même phrase, une deuxième fois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Est-ce que vous pouvez parler plus lentement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même phrase, plus lentement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Donc c'est bien un comprimé le matin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confirmation, et la correction si on s'est trompé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Est-ce que vous pouvez me l'écrire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consigne sur papier, à relire chez soi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troisième est la plus efficace : elle montre ce qu'on a compris.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HOCHEMENT DE TÊTE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(On hoche la tête et on sort.)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je n'ai pas bien compris. Un comprimé, deux fois par jour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Hocher la tête met fin à la conversation et laisse le pharmacien croire que tout est clair. Il n'a alors aucune raison de reformuler — et l'erreur de dose se découvre à la maison, le soir.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pour vérifier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Transformez la consigne en question de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Un comprimé deux fois par jour, matin et soir.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Pendant sept jours, avec de la nourriture.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Pas d'alcool pendant le traitement.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Revenez si la fièvre ne baisse pas en deux jours.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pour vérifier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Un comprimé deux fois par jour, matin et soir.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Donc un le matin et un le soir, c'est bien ça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Pendant sept jours, avec de la nourriture.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Donc toute la semaine, pendant les repas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Pas d'alcool pendant le traitement.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Donc pas de vin ni de bière pendant sept jours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Revenez si la fièvre ne baisse pas en deux jours.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Donc je reviens jeudi si j'ai encore de la fièvre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votre formule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Quelle phrase employez-vous dans chaque cas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parlé trop vite, vous n'avez rien saisi.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compris, mais vous voulez être sûr.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compris, mais vous allez oublier.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êtes déjà rentré chez vous et vous doutez.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votre formule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parlé trop vite, vous n'avez rien saisi.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Pardon, pouvez-vous répéter plus lentement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compris, mais vous voulez être sûr.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Donc c'est bien deux comprimés par jour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compris, mais vous allez oublier.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vous pouvez me l'écrire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êtes déjà rentré chez vous et vous doutez.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rappelle la pharmacie — c'est gratuit.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pharmacien pressé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Le pharmacien parle vite ; le client fait ce qu'il faut.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débite la posologie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demande de répéter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répète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reformule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demande l'écrit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formule que vous allez employer la prochaine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celle que vous vous sentez capable de 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Apprenez-la par cœur : elle doit sortir sans réfléchir.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