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 mais dense. L'enjeu n'est pas grammatical : dire « trop » à la place de « très » change ce que le médecin va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Règle simple, à installer vite pour passer au vrai sujet : la différence entre très et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placer les quatre sur une ligne au tableau, avec « trop » hors de la ligne, au-dessus. La géométrie fait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4 du défi 2. Les indices entre parenthèses sont ceux du module : les garder, ils évitent de deviner.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d'ouvrir l'activité. Faire dire à deux ou trois élèves où irait la première réponse, sans y toucher : on vérifie qu'ils ont compris la consigne, pas le contenu. Ouvrir ensuite le module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condamner l'usage familier : le situer. C'est une question de registre, et les élèves l'entendent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Vient souvent d'une hésitation : l'élève commence par « un peu » par politesse, puis corrige. Lui dire de choisir avant de parler.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: est-ce que ça empêche quelque chose ? Si oui, c'est « trop ». L'écrire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exagérer fait perdre du temps, minimiser fait passer à côté. Le bon cran est une compétence de santé, pas seulement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La quatrième est la plus difficile à écrire : elle demande de nommer ce qui est empêché.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Lire discrètement : un « trop » sincère mérite parfois un mot en privé après le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peu, assez, très, trop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mots pour doser ce qu'on ressent. Le quatrième n'est pas le plus fort des quatre : c'est un signal d'alarme.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l'adverbe devant le mot qu'il dose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trois crans : un peu, assez, très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trop » pour signaler un excès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une douleur avec la bonne intensité.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L'adverbe se place devant le mot qu'il dose.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suis très fatiguée. » « J'ai un peu mal. » Jamais après : « fatiguée très » ne se dit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crans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L'ADVERBE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un peu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léger — j'ai un peu mal à la tête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assez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réel, sans être fort — ce médicament est assez efficace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très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fort — je suis très fatiguée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trop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en a plus qu'il ne faut — je suis trop fatiguée pour travailler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trois premiers décrivent. Le quatrième alerte.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selon l'indice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peu · assez · très · trop.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fatiguée. (++)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___ mal à la tête. (+)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___ de travail, je suis épuisée. (excès)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médicament est ___ efficace. (bien)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est ___ gentil. (++)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selon l'indice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fatiguée. (++)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___ mal à la tête. (+)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peu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___ de travail, je suis épuisée. (excès)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médicament est ___ efficace. (bien)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assez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médecin est ___ gentil. (++)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très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adverbes d'intensité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L'écran que les élèves vont ouvrir. Les réponses sont encore dans le banc, à droite.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11052" y="2084831"/>
            <a:ext cx="5769590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340" y="2103120"/>
            <a:ext cx="5733014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TROP QUI VEUT DIRE TRÈS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médecin est trop gentil 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médecin est très gentil 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entre amis, « trop » sert parfois d'intensif. Chez le médecin, il garde son sens strict : plus qu'il ne faut. « Trop gentil » y voudrait dire que sa gentillesse pose problème.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L'ACCUMULATION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un peu très fatiguée.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très fatiguée.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adverbe d'intensité à la fois. On choisit son cran, on ne les additionne 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Très ou trop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sens change complètement.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fatiguée, mais je vais travailler.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 pour conduire.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sirop est ___ sucré, j'aime ça.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comprimé est ___ gros, je ne peux pas l'avaler.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Très ou trop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fatiguée, mais je vais travailler.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très — c'est fort, ça passe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suis ___ fatiguée pour conduire.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trop — ça dépasse, je ne conduis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sirop est ___ sucré, j'aime ça.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comprimé est ___ gros, je ne peux pas l'avaler.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le médecin, dosez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Décrivez la douleur avec le bon 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dormez mal mais vous travaillez normalement.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pouvez plus monter l'escalier sans souffler.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mal, mais vous prenez seulement un comprimé le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douleur vous réveille toutes les nuits.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Chez le médecin, dosez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dormez mal mais vous travaillez normalement.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suis un peu fatigué. / Je dors assez 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ne pouvez plus monter l'escalier sans souffler.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Je suis trop essoufflé pour monter l'escalier.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mal, mais vous prenez seulement un comprimé le soir.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un peu mal, surtout le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douleur vous réveille toutes les nuits.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J'ai très mal la nuit — ça me réveille.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échelle à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phrases vraies, une par cran.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peu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très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comment vous vous sentez aujourd'hui, avec un des quatre adverbes.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le cran juste.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écrivez « trop », dites ce que ça vous empêche de faire.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