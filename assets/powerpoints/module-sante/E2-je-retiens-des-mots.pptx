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du module : ils forment déjà le carnet personnel de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quatre listes de l'activité. Les faire remplir dans le module, pas sur papier : elles y restent d'une session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rapide : cacher la colonne de droite, faire redire la définition de mémoire. Cinq minutes,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chose dans l'autre sens : donner la définition, faire retrouver le mot avec son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L'étape 4 emploie le bouton « Traduire » des cartes : le montrer une fois au tableau, beaucoup ne l'ont pas remarqué.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phrases, cinq situations différentes. C'est le contrôle de compréhension le plus rapide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de l'activité. Dire clairement qu'elle ne compte pas dans la note : elle sert à savoir quoi refaire. La colonne de droite indique où retourner pour chaque énoncé.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là-dessus. Le module ne se referme pas sur un test mais sur la prochaine occasion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Ramasser, ou faire lire à voix haute si le groupe s'y prête. C'est le dernier geste du module : une intention datée, pas un souhait.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: on range le vocabulaire par usage, on refait les cartes mémoire, et chacun dit où il en 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classer le vocabulaire par situation d'usage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douze mots avec les cartes mémoire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sait faire, et ce qui reste difficile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retrouver ces mots après le cours.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listes, quatre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 À Y RANGER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 présenter au téléphone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m'appelle, je suis déjà venu, la clinique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décrire comment on se 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sens, j'ai mal à, depuis, très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demander un rendez-vous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de, est-ce que, je vais être libre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comprendre le pharmacien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ordonnance, la posologie, un comprimé, le traitement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rendez-vous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prendre un rendez-vous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234" y="2121408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Fixer un moment pour voir un médecin.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clinique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234" y="2778252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endroit où on consulte des médecins.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 d'attente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234" y="3435096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on attend avant de voir le médecin.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Info-Santé (811)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234" y="4091939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service téléphonique de conseils, jour et nuit.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234" y="4748784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donne accès aux soins gratuits.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0962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urgence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234" y="5405628"/>
            <a:ext cx="59557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Une situation grave qui demande des soins immédiats.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pharmacie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0636" y="2121408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du médecin pour acheter des médicaments.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posologie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0636" y="2778252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façon de prendre un médicament.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comprimé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0636" y="3435096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petit médicament solide à avaler.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traitement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0636" y="4091939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soins pour guérir.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pharmacien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0636" y="4748784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prépare et vend les médicaments.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36362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sentir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0636" y="5405628"/>
            <a:ext cx="76883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Percevoir son état physique ou moral.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cartes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l'activité : « Je retiens des mots », puis les cartes.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bon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me donne une ___ pour la pharmacie.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___ est écrite sur l'étiquette : un comprimé, deux fois par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J'attends dans la ___ depuis vingt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N'oubliez pas votre ___ à chaque visite.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J'appelle ___ la nuit quand je ne sais pas quoi faire.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me donne une ___ pour la pharmacie.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___ est écrite sur l'étiquette : un comprimé, deux fois par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posologie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J'attends dans la ___ depuis vingt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salle d'attente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N'oubliez pas votre ___ à chaque visite.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d'assurance maladie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J'appelle ___ la nuit quand je ne sais pas quoi faire.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Info-Santé (811)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 · un peu ·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sais où m'adresser selon mon problème de santé.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prendre un rendez-vous au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 les consignes du pharmacien.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parler de mon état : fatigue, douleur.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connais le vocabulaire de la santé.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APRÈS LE 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retrouver tout ça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Dans l'activité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douze cartes mémoire et les quatre listes restent accessibles, avec la traduction dans votre langue.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Vos billets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phrase de symptôme, votre formule pour faire répéter, vos besoins : gardez-les ensemble.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Les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quatre points de langue sont expliqués dans l'activité, sous « Ouvrir la mini-leçon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vrai monde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prochain rendez-vous, la prochaine ordonnance. C'est là que ça se vérifie.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du module que vous allez utiliser en premier, et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une occasion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vais appeler la clinique lundi pour prendre un rendez-vous.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