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charnière : elle prépare l'appel enregistré de E1. Les phrases écrites ici seront réutilisées telles quelles.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diapositive à photographier. La comparer à ce que les élèves diraient spontanément — souvent un récit de trois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L'erreur la plus fréquente est « je me sens mal à la tête ». La traiter ici, avant qu'elle s'installe.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phrases correctes à voix haute, deux fois chacune. C'est une erreur d'oreille, elle se corrige par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le point à retenir. Elle est reprise en détail en C4 ; ici on ne fait que l'installer.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choix par la question : est-ce un endroit, un adjectif, ou un nom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Depuis » + durée, toujours. C'est l'information que la réceptionniste note et qui décide de l'urgence du rendez-vous.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Circuler et couper ce qui dépasse : la phrase doit tenir en une respiration. C'est le critère.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garder : ces billets sont redistribués au début de E1. Les élèves n'auront pas à réinventer leur phrase le jour de l'enregistrement.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A4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Dire comment on se sent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symptômes et une durée : c'est tout ce que la réceptionniste attend. Trop en dire fait perdre le rendez-vous, pas trop peu.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55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un symptôme en une phrase courte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depuis quand ça dure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doser l'intensité : un peu, assez, très, trop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j'ai mal à » et « je me sens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DU SYMPTÔME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je ressens · depuis quand.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me sens fatiguée depuis deux semaines. » Deux informations, une phrase. Le médecin posera les autres questions.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façons de dire, à ne pas mélanger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 ON L'EMPLOIE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j'ai mal à + endroit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douleur localisée : à la tête, au dos, au ventre, à la gorge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je me sens + adjectif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état général : fatiguée, faible, nerveuse, mieux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j'ai + nom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symptôme qui a un nom : de la fièvre, la nausée, des étourdissements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10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166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Lina emploie les deux premières dans la même phrase.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MÉLANGE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me sens mal à la tête depuis deux semaines.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mal à la tête depuis deux semaines.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Se sentir » demande un adjectif : je me sens fatiguée, je me sens mieux. Pour une douleur à un endroit précis, c'est « avoir mal à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Doser, sans exagérer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peu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J'ai un peu mal à la tête. » Le cran le plus bas. Ça 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assez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Ce médicament est assez efficace. » C'est réel, sans être fort.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très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suis très fatiguée. » C'est fort, et ça se dit sans dramatiser.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trop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suis trop fatiguée pour travailler. » Attention : trop veut dire plus qu'il ne faut. C'est un signal, pas un superlatif.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Mal à, ou se sentir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la bonne structure.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gorge depuis hier.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fatiguée le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au dos quand je travaille.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mieux depuis deux jours.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de la fièvre depuis ce matin.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Mal à, ou se sentir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gorge depuis hier.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mal à la gorge depuis hier.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fatiguée le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me sens fatiguée le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au dos quand je travaille.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mal au dos quand je travaille.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mieux depuis deux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me sens mieux depuis deux jours.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de la fièvre depuis ce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de la fièvre depuis ce matin.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Depuis quand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Ajoutez la durée. Une phrase complète à chaque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Fatigue · deux semaines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Mal de tête · trois jours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Toux · une semaine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Mal au dos · un mois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Depuis quand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Fatigue · deux semaines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me sens fatiguée depuis deux semaines.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Mal de tête · trois jours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mal à la tête depuis trois jours.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Toux · une semaine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tousse depuis une semaine.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Mal au dos · un mois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mal au dos depuis un mois.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phrase, la vraie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la phrase que vous diriez au téléphone, aujourd'hui.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ressentez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quand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L'intensité, si elle compte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d'autre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phrase de symptôme, prête à dire au téléphone.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 que je ressens, depuis quand.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la relirez avant de vous enregistrer, en E1.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