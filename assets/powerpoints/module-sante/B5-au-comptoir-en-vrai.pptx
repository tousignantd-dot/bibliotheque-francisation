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Redistribuer les billets de B1 et B4 : chacun a déjà écrit sa question et sa formule de vérification.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quatre au tableau et les y laisser toute la séance. Ce sont les critères, et les élèves doivent les avoir sous les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temps viennent du dialogue de B1. Les faire retrouver dans le texte avant de commencer le jeu de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faire jouer par l'enseignant, très vite, avant de les analyser. Entendre l'échange raté vaut mieux que le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trois tours, on échange les rôles à chaque fois. Le deuxième et le troisième cas ne sont pas dans le module : le client doit écouter pour de vrai, il ne peut pas réciter.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surchargent leurs demandes de politesse. Le dire explicitement : la politesse est dans le ton, pas dans la longueur.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Écouter deux ou trois passages devant le groupe si l'ambiance le permet, jamais en obligeant.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C'est le billet le plus révélateur du module : il dit ce qui bloque vraiment, et il oriente la révision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B5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Au comptoir, en vrai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défi 1 dans un seul échange de deux minutes : présenter son ordonnance, écouter la posologie, poser une question, confirmer.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Prendre rendez-vous et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mener un échange complet au comptoir de la pharmacie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au moins une question sur son traitement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confirmer ce qu'on a compris avant de partir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manque dans une consigne.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DES QUATRE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présente · j'écoute · je demande · je confirme.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temps, deux minutes. C'est le déroulement de tout passage en pharmacie, et c'est la grille d'évaluation d'aujourd'hui.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dit à chaque temps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présente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j'ai une ordonnance du médecin pour des antibiotiques.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J'écoute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interrompre. Le pharmacien donne combien, quand, combien de temps, et l'interdiction.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demande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 le prendre avec de la nourriture ? » Une question, au moins — c'est le cœur de l'échange.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Je confirme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Donc un comprimé matin et soir, pendant sept jours ? » Puis on remercie et on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échanges incomplets. Que faut-il ajouter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présente, écoute, remercie et part.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présente, demande, confirme — mais n'a pas écouté la durée.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demande trois fois la même chose.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manque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présente, écoute, remercie et part.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n'a rien demandé et n'a rien confirmé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présente, demande, confirme — mais n'a pas écouté la durée.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ignore combien de temps dure le traitement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client demande trois fois la même chose.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n'a pas reformulé : « donc c'est bien… » aurait réglé la question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ordonnances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deux, jouez les quatre temps. Le pharmacien lit sa 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Antibiotique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Sirop pour la toux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Crème pour la peau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DE LA QUESTION POLIE INUTILE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je peux vous demander quelque chose, s'il vous plaît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Est-ce que je peux le prendre avec de la nourriture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la permission de poser une question fait perdre le tour de parole et le fil. Au comptoir, on pose directement la question : c'est déjà poli, et c'est ce que le pharmacien attend.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 vrai passage en pharmacie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Avec votre propre médicament, ou celui d'un proche.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présentez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voulez savoir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que vous confirmerez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temps que ça prend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la question que vous n'avez pas osé poser la dernière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la pharmacie, chez le médecin, ou ailleurs.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Écrivez-la telle que vous la poserez la prochaine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B5 · Prendre rendez-vous et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