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de production orale. Redistribuer les billets de B1 et B4 : chacun a déjà écrit sa question et sa formule de vérification.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Écrire les quatre au tableau et les y laisser toute la séance. Ce sont les critères, et les élèves doivent les avoir sous les yeux.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Les quatre temps viennent du dialogue de B1. Les faire retrouver dans le texte avant de commencer le jeu de rôle.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Les faire jouer par l'enseignant, très vite, avant de les analyser. Entendre l'échange raté vaut mieux que le lire.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Vingt minutes, trois tours, on échange les rôles à chaque fois. Le deuxième et le troisième cas ne sont pas dans le module : le client doit écouter pour de vrai, il ne peut pas réciter.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Beaucoup d'élèves surchargent leurs demandes de politesse. Le dire explicitement : la politesse est dans le ton, pas dans la longueur.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Quinze minutes. Écouter deux ou trois passages devant le groupe si l'ambiance le permet, jamais en obligeant.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Ramasser. C'est le billet le plus révélateur du module : il dit ce qui bloque vraiment, et il oriente la révision de E2.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SÉANCE B5  ·  MODULE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Au comptoir, en vrai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394968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Tout le défi 1 dans un seul échange de deux minutes : présenter son ordonnance, écouter la posologie, poser une question, confirmer.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60 minutes  ·  Prendre rendez-vous et aller à la pharmacie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B5 · Prendre rendez-vous et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mener un échange complet au comptoir de la pharmacie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poser au moins une question sur son traitement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confirmer ce qu'on a compris avant de partir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reconnaître ce qui manque dans une consigne.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B5 · Prendre rendez-vous et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LA RÈGLE DES QUATRE TEMPS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Je présente · j'écoute · je demande · je confirme.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303528"/>
          </a:xfrm>
          <a:prstGeom prst="roundRect">
            <a:avLst>
              <a:gd name="adj" fmla="val 1122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846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Quatre temps, deux minutes. C'est le déroulement de tout passage en pharmacie, et c'est la grille d'évaluation d'aujourd'hui.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B5 · Prendre rendez-vous et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qu'on dit à chaque temps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Je présente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« Bonjour, j'ai une ordonnance du médecin pour des antibiotiques. 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J'écoute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Sans interrompre. Le pharmacien donne combien, quand, combien de temps, et l'interdiction.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Je demande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« Est-ce que je peux le prendre avec de la nourriture ? » Une question, au moins — c'est le cœur de l'échange.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Je confirme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« Donc un comprimé matin et soir, pendant sept jours ? » Puis on remercie et on part.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B5 · Prendre rendez-vous et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PRATIQUE · 1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Qu'est-ce qui manque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Trois échanges incomplets. Que faut-il ajouter 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client présente, écoute, remercie et part.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254248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56463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62864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409696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client présente, demande, confirme — mais n'a pas écouté la durée.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368800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6791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743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524248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client demande trois fois la même chose.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B5 · Prendre rendez-vous et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Qu'est-ce qui manque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client présente, écoute, remercie et part.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il n'a rien demandé et n'a rien confirmé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254248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56463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62864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409696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client présente, demande, confirme — mais n'a pas écouté la durée.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il ignore combien de temps dure le traitement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368800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6791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743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524248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client demande trois fois la même chose.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il n'a pas reformulé : « donc c'est bien… » aurait réglé la question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B5 · Prendre rendez-vous et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PRATIQUE · 2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Trois ordonnances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À deux, jouez les quatre temps. Le pharmacien lit sa fiche.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Antibiotique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22681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29082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Sirop pour la toux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03098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17245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23646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18642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Crème pour la peau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B5 · Prendre rendez-vous et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LE PIÈGE DE LA QUESTION POLIE INUTILE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Est-ce que je peux vous demander quelque chose, s'il vous plaît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Est-ce que je peux le prendre avec de la nourriture 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Demander la permission de poser une question fait perdre le tour de parole et le fil. Au comptoir, on pose directement la question : c'est déjà poli, et c'est ce que le pharmacien attend.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B5 · Prendre rendez-vous et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PRATIQUE · 3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Votre vrai passage en pharmacie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Avec votre propre médicament, ou celui d'un proche.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Ce que vous présentez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Ce que vous voulez savoir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Ce que vous confirmerez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temps que ça prend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B5 · Prendre rendez-vous et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Notez la question que vous n'avez pas osé poser la dernière fois.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À la pharmacie, chez le médecin, ou ailleurs.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Écrivez-la telle que vous la poserez la prochaine fois.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B5 · Prendre rendez-vous et aller à la pharmacie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