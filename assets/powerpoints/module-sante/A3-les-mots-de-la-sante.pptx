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vocabulaire. Les douze mots sont ceux des cartes mémoire du module : l'élève les retrouvera chez lui, dans l'activité.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chaque mot AVEC son article : c'est lui qui porte le genre, et le genre ne se devine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Posologie » est le mot difficile et le plus utile : il est écrit sur chaque étiquette de pilulier. Le faire chercher sur une vraie boîte.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Exemple à donner : « Voici votre ordonnance ; la posologie est d'un comprimé deux fois par jour ; le traitement dure sept jours.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de vocabulaire du module, dans l'autre sens : ici on part de la définition. Plus difficile, et plus proche de la vraie compréhension.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que les mots en -tion, -ance et -ence sont presque tous féminins. Une régularité utile, sans en faire une règle absolue.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Quinze minutes à deux. Exiger une phrase VRAIE : le mot se retient par la situation, pas par la répétition.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Ces choix nourrissent la liste personnelle de E2 — le lien entre les deux séances se dit à voix haute.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SÉANCE A3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mots de la santé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Douze mots qui reviennent à chaque rendez-vous et à chaque passage à la pharmacie. Les comprendre à l'oral compte plus que de savoir les écrire.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Prendre rendez-vous et aller à la pharmacie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les douze mots du rendez-vous et de la pharmacie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une ordonnance, une posologie et un traitement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l'article juste : un comprimé, une ordonnance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ces mots à l'oral, dites vite.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VOCABULAIRE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Prendre rendez-vous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409622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prendre un rendez-vous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234" y="2121408"/>
            <a:ext cx="595577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Fixer un moment pour voir un médecin.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409622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clinique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234" y="2778252"/>
            <a:ext cx="595577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endroit où on consulte des médecins.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409622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salle d'attente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234" y="3435096"/>
            <a:ext cx="595577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L'endroit où on attend avant de voir le médecin.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409622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Info-Santé (811)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234" y="4091939"/>
            <a:ext cx="595577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4B4F52"/>
                </a:solidFill>
                <a:latin typeface="Verdana"/>
              </a:rPr>
              <a:t>Un service téléphonique de conseils de santé, jour et nuit.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409622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carte d'assurance maladie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234" y="4748784"/>
            <a:ext cx="595577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4B4F52"/>
                </a:solidFill>
                <a:latin typeface="Verdana"/>
              </a:rPr>
              <a:t>Le document qui donne accès aux soins gratuits au Québec.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409622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urgence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234" y="5405628"/>
            <a:ext cx="595577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4B4F52"/>
                </a:solidFill>
                <a:latin typeface="Verdana"/>
              </a:rPr>
              <a:t>Une situation grave qui demande des soins immédiats.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VOCABULAIRE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pharmacie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36362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ordonnance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0636" y="2121408"/>
            <a:ext cx="768837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papier du médecin pour acheter des médicaments.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236362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posologie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70636" y="2778252"/>
            <a:ext cx="768837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façon de prendre un médicament (combien et quand).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236362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comprimé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70636" y="3435096"/>
            <a:ext cx="768837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petit médicament solide à avaler.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236362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traitement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70636" y="4091939"/>
            <a:ext cx="768837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L'ensemble des soins pour guérir.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236362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pharmacien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70636" y="4748784"/>
            <a:ext cx="768837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personne qui prépare et vend les médicaments.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236362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se sentir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70636" y="5405628"/>
            <a:ext cx="768837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Percevoir son état physique ou moral.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mots qu'on confond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C'EST EXACTEMENT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une ordonnance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papier signé par le médecin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la posologie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combien de comprimés, et quand les prendre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le traitement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toute la durée des soins, du début à la guérison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Trois choses différentes, souvent dites dans la même phrase.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PRATIQUE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et sa définition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Associez.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Fixer un moment pour voir un médecin.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L'endroit où on attend avant de voir le médecin.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papier du médecin pour acheter des médicaments.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façon de prendre un médicament.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personne qui prépare et vend les médicaments.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document qui donne accès aux soins gratuits.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et sa définition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Fixer un moment pour voir un médecin.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prendre un rendez-vous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L'endroit où on attend avant de voir le médecin.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salle d'attente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papier du médecin pour acheter des médicaments.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ordonnance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façon de prendre un médicament.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posologie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personne qui prépare et vend les médicaments.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pharmacien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document qui donne accès aux soins gratuits.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carte d'assurance maladie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PRATIQUE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ou une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L'article fait partie du mot.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ordonnance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comprimé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clinique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pharmacien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urgence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traitement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ou une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ordonnance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ordonnance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comprimé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comprimé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clinique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clinique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pharmacien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pharmacien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urgence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urgence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traitement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traitement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PRATIQUE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phrase du jour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Employez le mot dans une phrase vraie, sur vous.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se sentir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ordonnance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salle d'attente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Info-Santé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Choisissez les trois mots les plus utiles pour vous, et écrivez pourquoi.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mot par ligne, avec la raison en quelques mots.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Ces trois mots iront dans « Mes mots utiles », à la fin du module.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Prendre rendez-vous et aller à la pharmacie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