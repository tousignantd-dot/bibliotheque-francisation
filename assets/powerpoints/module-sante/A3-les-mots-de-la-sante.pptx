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Les douze mots sont ceux des cartes mémoire du module : l'élève les retrouvera chez lui, dans l'activité.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 : c'est lui qui porte le genre, et le genre ne se devine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Posologie » est le mot difficile et le plus utile : il est écrit sur chaque étiquette de pilulier. Le faire chercher sur une vraie boîte.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Exemple à donner : « Voici votre ordonnance ; la posologie est d'un comprimé deux fois par jour ; le traitement dure sept jours.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de vocabulaire du module, dans l'autre sens : ici on part de la définition. Plus difficile, et plus proche de la vraie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mots en -tion, -ance et -ence sont presque tous féminins. Une régularité utile, sans en faire une règle absolue.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 à deux. Exiger une phrase VRAIE : le mot se retient par la situation, pas par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« attente » puis « matin » en série, sans les écrire. Faire poser un doigt sous le menton : la mâchoire descend sur « an », elle bouge à peine sur « in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mots repères au tableau et les y laisser. Faire lire la colonne des lettres avant celle des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la paire dans une seule phrase : « le patient parle au pharmacien ». Les deux sons y sont, à trois mots d'intervalle.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mot deux fois sans le montrer : c'est un exercice d'oreille. Ce sont les huit mots de l'exercice de sons du module en ligne, dans le même ordre — l'élève les retrouvera tels quels.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lentement. Interdire au groupe de corriger autre chose que les voyelles nasales, sinon la lecture s'arrête à chaque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choix nourrissent la liste personnelle de E2 — le lien entre les deux séances se dit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la santé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Douze mots qui reviennent à chaque rendez-vous et à chaque passage à la pharmacie. Les comprendre à l'oral compte plus que de savoir les 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douze mots du rendez-vous et de la pharmacie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ordonnance, une posologie et un traitement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un comprimé, une ordonnance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ces mots à l'oral, dites vite 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08600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04672" y="5486400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672" y="556869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5509768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son « an » du son « in » dans les mots du rendez-vous.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Prendre rendez-vous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prendre un 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234" y="2121408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Fixer un moment pour voir un médecin.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clinique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234" y="2778252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endroit où on consulte des médecins.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salle d'attente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234" y="3435096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on attend avant de voir le médecin.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Info-Santé (811)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234" y="4091939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 service téléphonique de conseils de santé, jour et nuit.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234" y="4748784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document qui donne accès aux soins gratuits au Québec.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urgence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234" y="5405628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Une situation grave qui demande des soins immédiats.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pharmacie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0636" y="2121408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du médecin pour acheter des médicaments.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posologie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0636" y="2778252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façon de prendre un médicament (combien et quand).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comprimé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0636" y="3435096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petit médicament solide à avaler.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traitement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0636" y="4091939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soins pour guérir.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pharmacien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0636" y="4748784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prépare et vend les médicaments.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sentir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0636" y="5405628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Percevoir son état physique ou moral.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qu'on confond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 EXACTEMENT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ordonnance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papier signé par le médecin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posologie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comprimés, et quand les prendre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traitement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toute la durée des soins, du début à la guérison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choses différentes, souvent dites dans la même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Fixer un moment pour voir un médecin.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L'endroit où on attend avant de voir le médecin.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du médecin pour acheter des médicaments.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façon de prendre un médicament.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prépare et vend les médicaments.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qui donne accès aux soins gratuits.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Fixer un moment pour voir un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prendre un rendez-vous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L'endroit où on attend avant de voir le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salle d'attente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du médecin pour acheter des médicaments.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ordonnance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façon de prendre un médicament.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posologie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prépare et vend les médicaments.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pharmacien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document qui donne accès aux soins gratuits.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carte d'assurance maladie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 une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L'article fait partie du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comprimé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clinique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pharmacien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urgence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traitement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 une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ordonnance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comprimé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comprimé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clinique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clinique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pharmacien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pharmacien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urgence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urgence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traitement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traitement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du 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le mot dans une phrase vraie, sur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 sentir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ordonnance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d'attente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Info-Santé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SONS NASAUX DU RENDEZ-VOUS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« an » ouvre la bouche ; le son « in » la garde presque fermée.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Attente » et « matin » n'ont pas la même voyelle nasale. Au téléphone avec la clinique, c'est cette différence qui distingue « pendant » de « pendrin » — et le nom du professionnel qu'on demande.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sons dans les mots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S'ÉCRIT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MOTS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son « an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an, am, en, 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attente, pendant, ordonnance, traitement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son « in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in, im, ain, ein, 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médecin, pharmacien, matin, bien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mots repères d'une syllabe : « dent » pour le son « an », « main » pour le son « in ». On y revient chaque fois qu'on hésite.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DE LA FINALE « -IEN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pharmaci-an, traitement de la finale comme dans patient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pharmaci-en — la finale se dit comme « bien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finales « -ien » et « -ent » ne se prononcent pas pareil : pharmacien et bien font le son « in », alors que patient et pendant font le son « an ». L'orthographe ne prévient pas : il faut retenir le mot entier.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4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écrivez « an » ou « in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pharmacien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ordonnance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médecin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traitement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pharmacien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in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ordonnance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médecin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in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traitement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in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son « in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5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phrase. Le groupe ne corrige que les sons nasaux.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explique le traitement.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comprimé le matin, pendant sept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d'attente est pleine, mais je me sens bien.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explique le traitement.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 ·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comprimé le matin, pendant sept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 · 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d'attente est pleine, mais je me sens bien.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 · 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les trois mots les plus utiles pour vous, et écrivez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par ligne, avec la raison en quelques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Ces trois mots iront dans « Mes mots utiles », à la fin du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