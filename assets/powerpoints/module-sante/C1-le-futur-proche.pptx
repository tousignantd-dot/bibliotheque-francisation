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Annoncer le programme : quatre points de langue, tous tirés des deux dialogues déjà entendus. Rien de nouveau à comprendre, seulement à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Tout le reste de la séance en découle.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verbe est identique dans les six lignes : le faire remarquer à voix haute, c'est tout le point du tableau. Puis couvrir la colonne de droite et redire les six formes de mémoire. Deux minutes, debout.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2. Le faire à l'écrit, puis relire à voix haute : la forme s'entend mieux qu'elle ne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fréquente, dans toutes les langues d'origine. La traiter longuement, elle revient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comparaison des deux emplois d'« aller » éclaire : déplacement vers un lieu, ou futur devant un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: ce qui suit est-il un lieu ou un verbe ? Simple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ne » se perd à l'oral rapide, mais il s'écrit. Le dire clairement : ce n'est pas une faute de l'omettre en parlant, c'en est une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à la fin de la séance pour repérer les « vais prends » qui subsistent.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 repérage des erreurs sur ces trois phrases prend deux minutes et dit exactement qui a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futur proche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voir le médecin jeudi. » Deux verbes qui travaillent ensemble : le premier se conjugue, le second ne bouge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proche avec aller + 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aller au présent, aux six personnes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parler d'un rendez-vous à venir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négation du futur proche.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 + un verbe à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prendre un rendez-vous. » Seul « aller » change avec la personne. Le deuxième verbe reste à l'infinitif, toujours.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 — les six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FUTUR PROCHE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vas appeler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/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va voir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allons attendre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allez recevoir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/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vont arriver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au futur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le médecin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notre tour.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vos résultats bientôt.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patients ___ à neuf heures.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vais prendre 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tu vas appeler la clinique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le médecin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va voir le médecin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notre 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allons attendre notre tour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vos résultats bientôt.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allez recevoir vos résultats bientôt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patients ___ à neuf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patients vont arriver à neuf heures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DEUXIÈME VERBE CONJUGUÉ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prends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aller », le deuxième verbe ne se conjugue jamais. Un seul verbe porte la personne dans la phrase, et c'est « aller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À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à prendre un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un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s'intercale entre les deux verbes. « Je vais à la clinique » est correct — mais là, « aller » garde son vrai sens de déplacement, et il est suivi d'un lieu, pas d'un verbe.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Déplacement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Qu'est-ce que « aller » veut dire ici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prendre mon comprimé.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à la clinique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attendre dans la salle d'attente.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Déplacement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la pharmacie.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déplacement — un vrai trajet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prendre mon comprimé.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proche — ça va arriver bientôt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à la clinique jeudi.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attendre dans la salle d'attente.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proche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négation entoure « aller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attendre.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va prendre ce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arriver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boire de l'alcool.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attendre.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vais pas attendre.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va prendre ce médicament.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ne va pas prendre ce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allons arriver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n'allons pas arriver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boire de l'alcool.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n'allez pas boire d'alcool.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au futur proche, sur votre vraie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médicament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Autre chose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que vous allez faire cette semaine pour votre santé.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au futur proche.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rendez-vous, un appel, un médicament — ou autre chose.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