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concrète. Elle sert autant pour la santé que pour le travail : c'est la même compétence.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qui piège : « dix heures moins le quart » s'écrit 9 h 45. On dit l'heure qui vient, on écrit celle qui est passée.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à voix haute de 13 à 20 heures, en groupe. Trente secondes, et ça règle la moitié des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1. Le faire à l'oral d'abord, en cachant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heure une seule fois, au rythme normal du téléphone. Répéter seulement si un élève le DEMANDE — c'est l'exercice de B4 qui commence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est la plus efficace et la moins pratiquée. Insister : reformuler prouve qu'on a compris et corrige l'erreur du même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reformulation avec l'intonation montante de la question. C'est ce qui la rend polie plutôt que sèche.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dos à dos : sans les gestes et les lèvres, l'écoute travaille vraiment. C'est le meilleur moment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disponibilités rendent l'appel enregistré de E1 réaliste : l'élève aura une vraie réponse à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L'heure du rendez-vous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heure mal comprise, c'est un rendez-vous manqué — et souvent trois semaines d'attente pour le suivant.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heure dite au téléphone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passer de l'heure en lettres à l'heure en chiffres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système de 13 h à 23 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une heure sans gêne.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dit, ce qu'on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onze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11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quatorze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14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neuf heures et demie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9 h 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seize heures quinze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 h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dix heures moins le quart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9 h 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 Québec, on écrit « h » avec une espace de chaque côté : 9 h 30.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APRÈS-MIDI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midi, on ajoute douze.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heures de l'après-midi, c'est quatorze heures. Quatre heures et quart, c'est seize heures quinze. Les rendez-vous se donnent presque toujours ainsi.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lettres,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heures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heures et demie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seize heures quinze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heures moins le quart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lettres,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heures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11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 heures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14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heures et demie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9 h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seize heures quinze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16 h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heures moins le quart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9 h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et notez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 dit l'heure, vous l'écrivez en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Jeudi à onze heures.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Mardi à quatorze heures trente.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Vendredi à huit heures et quart.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Lundi à dix-sept heures.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Mercredi à midi moins le quart.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et notez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Jeudi à onze heures.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jeudi 11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Mardi à quatorze heures trente.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mardi 14 h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Vendredi à huit heures et quart.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vendredi 8 h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Lundi à dix-sept heures.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lundi 17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Mercredi à midi moins le quart.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mercredi 11 h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L'heure du rendez-vous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1436" y="2084831"/>
            <a:ext cx="7988822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24" y="2103120"/>
            <a:ext cx="7952246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 répéter, poliment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de répéter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Pardon, pouvez-vous répéter, s'il vous plaît ? » La formule passe partout, au téléphone comme au comptoir.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plus lentement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vous pouvez parler un peu plus lentement ? » On peut le demander sans s'excuser longuement.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Vérifier ce qu'on a compris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Donc c'est bien jeudi à onze heures ? » La meilleure des trois : elle confirme au lieu de redemander.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Épeler ou noter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 instant, je note. » Personne ne raccroche parce que vous notez.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Confirmez le rendez-vous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Reformulez pour vérifier.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docteur Tremblay est libre jeudi à onze heures.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vous attend mardi à quatorze heures trente.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Venez vendredi à huit heures et quart.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Confirmez le rendez-vous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docteur Tremblay est libre jeudi à onze heures.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Donc c'est bien jeudi 11 h avec le docteur Tremblay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vous attend mardi à quatorze heures trente.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Donc mardi, deux heures et demie de l'après-midi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Venez vendredi à huit heures et quart.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Donc vendredi matin, 8 h 15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téléphone, à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Dos à dos, sans se voir — comme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L'un propose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L'autre choisit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Puis il confirme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moments de la semaine où vous êtes libre pour un rendez-vous.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jour et l'heure, en chiffres : mardi 14 h 30.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en aurez besoin pour l'appel de 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