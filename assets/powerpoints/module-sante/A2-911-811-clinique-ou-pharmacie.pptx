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les réponses notées au tableau en A1 : « qui appelle-t-on en premier ? ». Cette séance y répond, et l'écart entre les deux est le vrai contenu de la journée.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désaccord s'installer, ne pas trancher. La bonne réponse est 811 : une infirmière répond la nuit et dit s'il faut se déplacer. Beaucoup d'élèves ne connaissent pas ce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811 : c'est le service le moins connu et le plus utile. Il évite un déplacement inutile, et il oriente vers la bonne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seule question à se poser, et elle sépare les cinq ressources en trois groupes. C'est la diapositive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1 du module. Le faire d'abord à l'oral, en groupe, avant de l'ouvrir dans l'activité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avant d'ouvrir l'activité. Faire dire à deux ou trois élèves où irait la première réponse, sans y toucher : on vérifie qu'ils ont compris la consigne, pas le contenu. Ouvrir ensuite le module sur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surprend toujours : on peut poser une question au pharmacien sans rien acheter et sans rendez-vous.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sensible : dans plusieurs pays, l'hôpital est la porte normale. Dire que ce n'est pas un jugement, c'est une organisation différente.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avec les téléphones. Faire chercher les vraies adresses du quartier. C'est la partie de la séance qui sert le plus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lire : les situations réelles du groupe alimentent la pratique 2 des prochaines cohortes.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911, 811, clinique ou pharmacie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portes d'entrée dans le système de santé québécois. Frapper à la bonne fait gagner des heures — parfois davantage.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cinq ressources de santé et ce qu'elles font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bonne ressource selon la situation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est une urgence et ce qui n'en est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qu'Info-Santé répond jour et nuit, gratuitement.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QUESTION D'OUVERTURE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Votre enfant a 39 de fièvre à deux heures du matin. Vous appelez qui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une urgence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existe un service la nuit, autre que l'urgence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attend-on à l'urgence pour une fièvre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on ne sait pas quoi faire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portes d'entrée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RESSOURCE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ON S'EN 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le 911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urgence grave : accident, difficulté à respirer, perte de conscience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Info-Santé (811)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question de santé, jour et nuit — une infirmière répond et conseille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la clinique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rendez-vous avec son médecin, pour un problème qui dure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la clinique sans rendez-vous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voir un médecin vite, sans avoir de rendez-vous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la pharmacie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acheter un médicament, poser une question sur un traitement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cinq sont gratuites ou couvertes, sauf les médicaments.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DU CHOIX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ça peut attendre demain matin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oui : la clinique ou la pharmacie. Si non, mais ce n'est pas grave : 811 ou le sans rendez-vous. Si c'est grave : le 911.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s'adresser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situation à la bonne ressource.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urgence grave (un accident).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question de santé, jour et nuit.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Acheter un médicament.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rendez-vous avec son médecin.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Voir un médecin vite, sans rendez-vous.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s'adresser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urgence grave (un accident).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911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question de santé, jour et nuit.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Info-Santé (811)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Acheter un médicament.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pharmacie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rendez-vous avec son médecin.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clinique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Voir un médecin vite, sans rendez-vous.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clinique sans rendez-vous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s'adresser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L'écran que les élèves vont ouvrir. Les réponses sont encore dans le banc, à droite.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1436" y="2084831"/>
            <a:ext cx="7988822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24" y="2103120"/>
            <a:ext cx="7952246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dans ces cas-là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situations qui ne sont pas dans le module. Discutez à deux.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toussez depuis trois jours, sans fièvre.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voisin ne répond plus et respire 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besoin d'un billet du médecin pour votre employeur.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ne savez pas si votre médicament se prend avec du lait.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vous êtes coupé le doigt, ça saigne mais peu.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fille a la même fièvre depuis quatre jours.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dans ces cas-là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toussez depuis trois jours, sans fièvre.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pharmacie d'abord, ou 811 si ça inquiète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voisin ne répond plus et respire mal.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911, tout de 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besoin d'un billet du médecin pour votre employeur.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clinique, avec rendez-vous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ne savez pas si votre médicament se prend avec du lait.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pharmacie — c'est gratuit et sans rendez-vous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vous êtes coupé le doigt, ça saigne mais peu.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811 pour savoir s'il faut des points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fille a la même fièvre depuis quatre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clinique ou le sans rendez-vous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L'URGENCE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mal à la tête depuis deux semaines, je vais à l'urgence.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mal à la tête depuis deux semaines, j'appelle la clinique.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L'urgence est faite pour ce qui met la vie en danger maintenant. Un problème qui dure depuis deux semaines y sera classé en dernier : l'attente peut dépasser huit heures, et le médecin de la clinique aurait votre dossier.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carnet de numéros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les coordonnées de vos propres ressources.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 clinique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sans rendez-vous le plus proche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 pharmacie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Info-Santé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situation vécue et la ressource que vous choisiriez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 pour la situation, un mot pour la ressource.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peut être une situation passée, avant de connaître les cinq portes.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