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immédiatement utile du défi 2. Le dire : ce qu'on apprend aujourd'hui sert dès la sortie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Insister sur « avoir » : c'est un verbe, et « besoin »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règle une question fréquente : on n'écrit pas « d'aller », mais bien « de dormir », « de me reposer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2. Faire justifier chaque forme : nom ou infinitif, voyelle ou consonne.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la plus fréquente et la plus audible. Faire répéter la bonne forme trois fois,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Conjuguer les six formes au tableau : j'ai besoin, tu as besoin… Trente secondes, et ça se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formulations de départ sont correctes aussi. On ajoute un outil, on n'en retire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prépare directement le courriel de E1.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Circuler et vérifier une seule chose : le « de » est-il là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deux phrases entrent telles quelles dans le courriel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Avoir besoin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qui ouvre presque toutes les demandes : à l'accueil, au comptoir, au téléphone. Et le petit mot « de » ne tombe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besoin de +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besoin de + infinitif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l'élision devant une voyelle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formuler une demande claire et polie.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besoin + de + ce qu'il vous faut.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nom (« j'ai besoin d'un rendez-vous ») ou un verbe à l'infinitif (« j'ai besoin de me reposer »). Le « de » reste dans les deux cas.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 le « de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MET APRÈS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 médicaments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nom qui commence par une voyelle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d'aide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déterminant + nom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d'un rendez-vous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verbe à l'infinitif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 me reposer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une voyelle, « de » devient « d' ». Devant un verbe, jamais.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« de + nom » ou « de + infinitif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avec le médecin.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quelques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la toux.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au moins huit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remplir le formulaire.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avec le médecin.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quelques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me reposer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la toux.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médicaments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au moins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dormir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remplir le formulaire.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d'aide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DE » QUI SAUTE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un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d'un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« de » qui relie « besoin » à la suite. Sans lui, la phrase s'arrête net et l'interlocuteur attend la fin.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VERBE MANQUANT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besoin d'un médicament.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d'un médicament.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Besoin » est un nom, pas un verbe. Il lui faut « avoir » devant : j'ai, tu as, il a, nous avons, vous avez, ils 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Dites-le avec « avoir besoin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me reposer.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de l'aide.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voulons des explications.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un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me reposer.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me reposer.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de l'aide.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d'aide.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voulons des explications.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avons besoin d'explications.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 et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Formulez la demande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clinique, vous voulez voir un médecin cette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pharmacie, votre ordonnance est terminée.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travail, vous voulez deux jours de congé.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l'accueil, vous ne comprenez pas le formulaire.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 et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clinique, vous voulez voir un médecin cette semaine.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d'un rendez-vous cette semaine,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pharmacie, votre ordonnance est terminée.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d'un renouvellement de mon ordonnance.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travail, vous voulez deux jours de congé.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de me reposer deux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l'accueil, vous ne comprenez pas le formulaire.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d'aide pour remplir le formulaire.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vrais besoins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phrases, sur vous,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de santé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au travail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pour vos études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pour votre famille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besoins réels : un avec un nom, un avec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besoin d'un… » et « j'ai besoin de…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besoins vrais, que vous pourriez formuler demain.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