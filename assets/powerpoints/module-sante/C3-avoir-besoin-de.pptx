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la plus immédiatement utile du défi 2. Le dire : ce qu'on apprend aujourd'hui sert dès la sortie du 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diapositive à photographier. Insister sur « avoir » : c'est un verbe, et « besoin » n'en est pas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règle une question fréquente : on n'écrit pas « d'aller », mais bien « de dormir », « de me reposer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3 du défi 2. Faire justifier chaque forme : nom ou infinitif, voyelle ou consonne.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Projeter avant d'ouvrir l'activité. Faire dire à deux ou trois élèves où irait la première réponse, sans y toucher : on vérifie qu'ils ont compris la consigne, pas le contenu. Ouvrir ensuite le module sur les postes.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la plus fréquente et la plus audible. Faire répéter la bonne forme trois fois,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Conjuguer les six formes au tableau : j'ai besoin, tu as besoin… Trente secondes, et ça se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les quatre formulations de départ sont correctes aussi. On ajoute un outil, on n'en retire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prépare directement le courriel de E1. Le dire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minutes. Circuler et vérifier une seule chose : le « de » est-il là ? C'est le critère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deux phrases entrent telles quelles dans le courriel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C3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Avoir besoin 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phrase qui ouvre presque toutes les demandes : à l'accueil, au comptoir, au téléphone. Et le petit mot « de » ne tombe jamais.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Prendre rendez-vous et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avoir besoin de + nom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avoir besoin de + infinitif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l'élision devant une voyelle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formuler une demande claire et polie.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avoir besoin + de + ce qu'il vous faut.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nom (« j'ai besoin d'un rendez-vous ») ou un verbe à l'infinitif (« j'ai besoin de me reposer »). Le « de » reste dans les deux cas.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suit le « de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MET APRÈS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nom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besoin de médicaments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nom qui commence par une voyelle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besoin d'aide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déterminant + nom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besoin d'un rendez-vous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verbe à l'infinitif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besoin de me reposer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Devant une voyelle, « de » devient « d' ». Devant un verbe, jamais.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Avec « de + nom » ou « de + infinitif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besoin ___ avec le médecin.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besoin ___ quelques jours.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besoin ___ pour la toux.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besoin ___ au moins huit heures.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besoin ___ pour remplir le formulaire.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besoin ___ avec le médecin.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besoin d'un rendez-vous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besoin ___ quelques jours.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besoin de me reposer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besoin ___ pour la toux.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besoin de médicaments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besoin ___ au moins huit heures.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besoin de dormir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besoin ___ pour remplir le formulaire.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besoin d'aide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DANS L'ACTIVITÉ INTERACTIVE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Avoir besoin 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L'écran que les élèves vont ouvrir. Les réponses sont encore dans le banc, à droite.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15939" y="2084831"/>
            <a:ext cx="5959816" cy="4087368"/>
          </a:xfrm>
          <a:prstGeom prst="roundRect">
            <a:avLst>
              <a:gd name="adj" fmla="val 2237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l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4227" y="2103120"/>
            <a:ext cx="5923240" cy="405079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« DE » QUI SAUTE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besoin un rendez-vous.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besoin d'un rendez-vous.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le « de » qui relie « besoin » à la suite. Sans lui, la phrase s'arrête net et l'interlocuteur attend la fin.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VERBE MANQUANT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besoin d'un médicament.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besoin d'un médicament.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Besoin » est un nom, pas un verbe. Il lui faut « avoir » devant : j'ai, tu as, il a, nous avons, vous avez, ils ont.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la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Dites-le avec « avoir besoin de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voudrais un rendez-vous.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dois me reposer.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me faut de l'aide.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voulons des explications.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la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voudrais un rendez-vous.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besoin d'un rendez-vous.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dois me reposer.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besoin de me reposer.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me faut de l'aide.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besoin d'aide.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voulons des explications.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Nous avons besoin d'explications.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 comptoir et au téléphone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Formulez la demande complète.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la clinique, vous voulez voir un médecin cette semaine.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la pharmacie, votre ordonnance est terminée.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travail, vous voulez deux jours de congé.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l'accueil, vous ne comprenez pas le formulaire.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 comptoir et au téléphone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la clinique, vous voulez voir un médecin cette semaine.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J'ai besoin d'un rendez-vous cette semaine, s'il vous plaît.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la pharmacie, votre ordonnance est terminée.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J'ai besoin d'un renouvellement de mon ordonnance.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travail, vous voulez deux jours de congé.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J'ai besoin de me reposer deux jours.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l'accueil, vous ne comprenez pas le formulaire.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J'ai besoin d'aide pour remplir le formulaire.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Vos vrais besoins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phrases, sur vous, aujourd'hui.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besoin de santé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besoin au travail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besoin pour vos études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besoin pour votre famille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besoins réels : un avec un nom, un avec un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J'ai besoin d'un… » et « j'ai besoin de…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Des besoins vrais, que vous pourriez formuler demain.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et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