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synthèse du défi 2. Elle prépare directement E1 : les phrases produites ici sont celles de l'appel enregistré.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retrouver chaque phrase modèle dans un des deux dialogues. Cinq minutes, et ça referme la boucle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diapositive à photographier. C'est le modèle de l'appel de E1 : la laisser au tableau toute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cinq erreurs sont celles vraiment relevées dans les billets de C1 à C4. Le dire : elles viennent du groupe, pas d'un manuel.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est la plus délicate : au futur proche, le pronom se place devant l'infinitif — « je vais me reposer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avancé, mais il sort naturellement de la pratique 2. Le traiter seulement si le groupe suit ; sinon, y revenir en E1.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 minutes. C'est la répétition générale de E1 : le dire, pour que l'exercice ait un enjeu.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Dix minutes, en silence, avec les billets rendus des quatre séances. Chacun repart avec sa propre liste — c'est ce qu'il relira avant E1.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 et rendre au début de E1. Personne ne doit arriver à l'enregistrement avec une page blanche.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C5  ·  MODULE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Les quatre points, ensemble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futur proche, les verbes pronominaux, « avoir besoin de » et les adverbes d'intensité tiennent dans une seule phrase de patient. C'est aujourd'hui qu'on les assemble.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Prendre rendez-vous et aller à la pharmacie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C5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les quatre points de langue dans un même échange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se corriger et corriger un camarade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préparer les phrases de l'appel de E1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repérer ses propres erreurs fréquentes.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C5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RAPPEL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quatre points du défi 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POINT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PHRASE MODÈLE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le futur proche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vais prendre un rendez-vous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les verbes pronominaux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me sens fatiguée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avoir besoin 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j'ai besoin de me reposer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les adverbes d'intensité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suis très fatiguée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Les quatre viennent des dialogues des blocs A et B.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C5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LA PHRASE COMPLÈTE DU PATIENT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Je me sens… depuis… · j'ai besoin de… · je vais…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Je me sens très fatiguée depuis deux semaines. J'ai besoin d'un rendez-vous. Je vais appeler la clinique demain matin. » Trois phrases, quatre points de langue.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C5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Corrigez la phrase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Une erreur par ligne. Laquelle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vais prends un rendez-vous.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sens fatiguée depuis lundi.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J'ai besoin un médicament.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suis fatiguée très.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Nous se reposons le week-end.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C5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Corrigez la phrase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vais prends un rendez-vous.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je vais prendre — l'infinitif après aller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sens fatiguée depuis lundi.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je me sens — le pronom manque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J'ai besoin un médicament.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j'ai besoin d'un médicament — le « de 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suis fatiguée très.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je suis très fatiguée — l'adverbe devant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Nous se reposons le week-end.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nous nous reposons — le pronom suit le sujet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C5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phrase, deux points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Employez les deux points de langue demandés.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pronominal + intensité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besoin de + infinitif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00354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067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futur proche + besoin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07711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94919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01319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963159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pronominal + futur proche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C5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phrase, deux points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pronominal + intensité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Je me sens très fatiguée.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besoin de + infinitif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J'ai besoin de me reposer.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00354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067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futur proche + besoin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Je vais demander un rendez-vous parce que j'ai besoin de voir un médecin.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07711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94919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01319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963159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pronominal + futur proche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Je vais me reposer ce week-end.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C5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PIÈGE DU PRONOM AU FUTUR PROCHE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me vais reposer ce week-end.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vais me reposer ce week-end.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285240"/>
          </a:xfrm>
          <a:prstGeom prst="roundRect">
            <a:avLst>
              <a:gd name="adj" fmla="val 11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pronom reste collé au verbe auquel il appartient. Ici, c'est « reposer », pas « aller » : il se glisse donc entre les deux verbes.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C5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L'appel complet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À deux. Trois phrases, quatre points de langue.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vous présentez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dites comment vous vous sentez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dites ce dont vous avez besoin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proposez un moment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confirmez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C5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Votre fiche d'erreurs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Quelles erreurs faites-vous, vous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futur proche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pronominaux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Avoir besoin de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adverbes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C5 · Prendre rendez-vous et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300" b="1" i="0">
                <a:solidFill>
                  <a:srgbClr val="FFFFFF"/>
                </a:solidFill>
                <a:latin typeface="Verdana"/>
              </a:rPr>
              <a:t>Écrivez les trois phrases de votre appel : comment vous vous sentez, ce dont vous avez besoin, quand vous êtes libre.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Trois phrases, vraies, prêtes à dire au téléphone.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Vous les enregistrerez en E1.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C5 · Prendre rendez-vous et aller à la pharmacie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