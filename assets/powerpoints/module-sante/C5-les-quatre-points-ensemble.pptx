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défi 2. Elle prépare directement E1 : les phrases produites ici sont celles de l'appel enregistré.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chaque phrase modèle dans un des deux dialogues. Cinq minutes, et ça referme la boucle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C'est le modèle de l'appel de E1 : la laisser au tableau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erreurs sont celles vraiment relevées dans les billets de C1 à C4. Le dire : elles viennent du groupe, pas d'un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la plus délicate : au futur proche, le pronom se place devant l'infinitif — « je vais me reposer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avancé, mais il sort naturellement de la pratique 2. Le traiter seulement si le groupe suit ; sinon, y revenir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la répétition générale de E1 : le dire, pour que l'exercice ait un enjeu.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minutes, en silence, avec les billets rendus des quatre séances. Chacun repart avec sa propre liste — c'est ce qu'il relira avant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rendre au début de E1. Personne ne doit arriver à l'enregistrement avec une page blanche.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C5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quatre points,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futur proche, les verbes pronominaux, « avoir besoin de » et les adverbes d'intensité tiennent dans une seule phrase de patient. C'est aujourd'hui qu'on les assemble.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points de langue dans un même échange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corriger et corriger un camarade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les phrases de l'appel de E1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ses propres erreurs fréquentes.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points du défi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futur proche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prendre un rendez-vous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verbes pronominaux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sens fatiguée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avoir besoin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de me reposer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adverbes d'intensité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très fatiguée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viennent des dialogues des blocs A et 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PHRASE COMPLÈTE DU 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me sens… depuis… · j'ai besoin de… · je vais…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me sens très fatiguée depuis deux semaines. J'ai besoin d'un rendez-vous. Je vais appeler la clinique demain matin. » Trois phrases, quatre points de langue.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erreur par ligne. Laquelle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prends 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sens fatiguée depuis lundi.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un médicament.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fatiguée très.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se reposons le week-end.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prends un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prendre — l'infinitif après aller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sens fatiguée depuis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— le pronom manque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un médicament.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d'un médicament — le « de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fatiguée très.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suis très fatiguée — l'adverbe devant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se reposons le week-end.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nous reposons — le pronom suit le sujet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phrase, deux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les deux points de langue demandés.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pronominal + intensité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besoin de + infinitif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futur proche + besoin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pronominal + futur proche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phrase, deux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pronominal + intensité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très fatiguée.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besoin de + infinitif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de me reposer.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futur proche + besoin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demander un rendez-vous parce que j'ai besoin de voir un médecin.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pronominal + futur proche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me reposer ce week-end.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PRONOM AU FUTUR PROCHE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vais reposer ce week-end.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me reposer ce week-end.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reste collé au verbe auquel il appartient. Ici, c'est « reposer », pas « aller » : il se glisse donc entre les deux verbes.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Trois phrases, quatre points de langue.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vous présentez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dites comment vous vous sentez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dites ce dont vous avez besoin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proposez un moment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confirmez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fiche d'erreurs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Quelles erreurs faites-vous, 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futur proche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pronominaux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Avoir besoin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adverbes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Verdana"/>
              </a:rPr>
              <a:t>Écrivez les trois phrases de votre appel : comment vous vous sentez, ce dont vous avez besoin, quand vous êtes libre.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phrases, vraies, prêtes à dire au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les enregistrerez en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