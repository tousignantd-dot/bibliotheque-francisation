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petit mot du titre est le contenu entier de la séance. L'écrire au tableau, seul, avant de commencer :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Faire remarquer la symétrie « nous nous » et « vous vous » : elle surprend, mais elle est régulière.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mots changent à chaque ligne : le pronom et la terminaison. Faire lire la colonne de droite à voix haute, en groupe — c'est un exercice d'oreille avant d'être un exercice d'écriture.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introduit l'élision. Elle n'est pas dans les exercices du module, mais elle arrive dès qu'on parle de sa santé.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2. Faire dire chaque phrase complète à voix haute après l'avoir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phrases l'une après l'autre. L'écart de sens fait rire, et c'est ce qui fait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systématique quand la langue d'origine a un pronom invariable. Ne pas s'en étonner, la corriger sans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un piège volontaire : le verbe attendu n'existe pas dans la phrase. Laisser chercher avant de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questions sont celles d'une vraie consultation. Les faire poser par un élève, pas par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: les pronoms oubliés se comptent vite et disent où en est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le contrôle le plus rapide de la séance : le pronom est juste ou il ne l'est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verbes pronominaux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me sens fatiguée. » Sans le petit mot du milieu, la phrase change de sens : « je sens » parle d'une odeur.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verbe pronominal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pronom avec le sujet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se sentir, se reposer, se réveiller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sens » et « je me sens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change avec la personne, comme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me · tu te · il se · nous nous · vous vous · ils se. Le pronom se place entre le sujet et le verbe, et il ne disparaît jamais.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sentir, aux six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 COMPLÈTE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te sens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/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se 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nous sentons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vous sentez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/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se sentent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la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sentir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on va, en général. « Je me sens fatiguée. » Suivi d'un adjectif.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reposer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Arrêter de travailler pour récupérer. « J'ai besoin de me reposer.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réveiller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Sortir du sommeil. « Il se réveille souvent la nuit. » — un symptôme fréquent qu'on rapporte au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s'inquiéter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voyelle, le pronom s'élide : je m'inquiète, elle s'inquiète.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bonne forme du verbe pronominal.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très fatiguée.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à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souvent la nuit.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le week-end.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enfants ___ mieux aujourd'hui.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très fatiguée.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très fatiguée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à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tu te reposes à la maison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souvent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 réveille souvent la nuit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le week-end.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nous reposons le week-end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enfants ___ mieux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enfants se sentent mieux aujourd'hui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pronominaux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5551" y="2084831"/>
            <a:ext cx="5520593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839" y="2103120"/>
            <a:ext cx="5484017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sens fatiguée.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fatiguée.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pronom, « sentir » veut dire percevoir une odeur : « je sens le café ». Avec le pronom, il parle de votre état. Le petit mot porte tout le sens de la phrase.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 QUI NE SUIT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se reposons le week-end.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nous reposons le week-end.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prend toujours la personne du sujet. « Se » n'appartient qu'à la troisième personne — il / elle / ils / elles.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deux existent. Laquelle convient ici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café du matin. (sentir)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hier. (se sentir)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ma sœur pendant une heure. (reposer / se reposer)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à midi tous les jours. (se réveiller)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café du matin. (sentir)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sens le café — une odeur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hier. (se sentir)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mieux — mon état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ma sœur pendant une heure. (reposer / se reposer)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attendu ma sœur — attention, ici c'est un autre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à midi tous les jours. (se réveiller)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 réveille à midi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aux questions du médecin, avec un verbe pronominal.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Comment vous sentez-vous aujourd'hui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reposez assez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réveillez-vous la nuit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inquiétez pour votre santé ?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Comment vous sentez-vous aujourd'hui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un peu mieux.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reposez assez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me repose très peu.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réveillez-vous la nuit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me réveille deux ou trois fois.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inquiétez pour votre santé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m'inquiète un peu.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semaine,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verbes pronominaux,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vous vous 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vous vous reposez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vous vous réveillez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me, te ou se, sur votre santé.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je », une avec « nous », une avec « ils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pronom doit suivre le sujet à chaque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