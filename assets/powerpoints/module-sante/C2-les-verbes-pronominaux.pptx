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petit mot du titre est le contenu entier de la séance. L'écrire au tableau, seul, avant de commencer : 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diapositive à photographier. Faire remarquer la symétrie « nous nous » et « vous vous » : elle surprend, mais elle est régulière.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mots changent à chaque ligne : le pronom et la terminaison. Faire lire la colonne de droite à voix haute, en groupe — c'est un exercice d'oreille avant d'être un exercice d'écriture.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carte introduit l'élision. Elle n'est pas dans les exercices du module, mais elle arrive dès qu'on parle de sa santé.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2 du défi 2. Faire dire chaque phrase complète à voix haute après l'avoir écrite.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Projeter avant d'ouvrir l'activité. Faire dire à deux ou trois élèves où irait la première réponse, sans y toucher : on vérifie qu'ils ont compris la consigne, pas le contenu. Ouvrir ensuite le module sur les postes.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entendre les deux phrases l'une après l'autre. L'écart de sens fait rire, et c'est ce qui fait retenir.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Erreur systématique quand la langue d'origine a un pronom invariable. Ne pas s'en étonner, la corriger sans commenter.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ligne est un piège volontaire : le verbe attendu n'existe pas dans la phrase. Laisser chercher avant de le dire.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quatre questions sont celles d'une vraie consultation. Les faire poser par un élève, pas par l'enseignant.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Dix minutes. Ramasser : les pronoms oubliés se comptent vite et disent où en est le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Ramasser. C'est le contrôle le plus rapide de la séance : le pronom est juste ou il ne l'est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C2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verbes pronominaux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Je me sens fatiguée. » Sans le petit mot du milieu, la phrase change de sens : « je sens » parle d'une odeur.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Prendre rendez-vous et aller à la pharmacie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un verbe pronominal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accorder le pronom avec le sujet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se sentir, se reposer, se réveiller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« je sens » et « je me sens ».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RÈGLE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pronom change avec la personne, comme le sujet.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je me · tu te · il se · nous nous · vous vous · ils se. Le pronom se place entre le sujet et le verbe, et il ne disparaît jamais.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Se sentir, aux six personnes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877056"/>
          </a:xfrm>
          <a:prstGeom prst="roundRect">
            <a:avLst>
              <a:gd name="adj" fmla="val 37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PERSONNE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FORME COMPLÈTE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me sens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tu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tu te sens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il / elle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se sent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nous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nous nous sentons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vous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vous sentez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49651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093207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ils / elles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5093207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ils se sentent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verbes de la santé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se sentir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Comment on va, en général. « Je me sens fatiguée. » Suivi d'un adjectif.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se reposer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Arrêter de travailler pour récupérer. « J'ai besoin de me reposer.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se réveiller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Sortir du sommeil. « Il se réveille souvent la nuit. » — un symptôme fréquent qu'on rapporte au médecin.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s'inquiéter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Devant une voyelle, le pronom s'élide : je m'inquiète, elle s'inquiète.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La bonne forme du verbe pronominal.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___ très fatiguée.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Tu ___ à la maison.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___ souvent la nuit.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Nous ___ le week-end.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enfants ___ mieux aujourd'hui.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___ très fatiguée.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me sens très fatiguée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Tu ___ à la maison.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tu te reposes à la maison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___ souvent la nuit.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 se réveille souvent la nuit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Nous ___ le week-end.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nous nous reposons le week-end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enfants ___ mieux aujourd'hui.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les enfants se sentent mieux aujourd'hui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DANS L'ACTIVITÉ INTERACTIVE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verbes pronominaux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L'écran que les élèves vont ouvrir. Les réponses sont encore dans le banc, à droite.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5551" y="2084831"/>
            <a:ext cx="5520593" cy="4087368"/>
          </a:xfrm>
          <a:prstGeom prst="roundRect">
            <a:avLst>
              <a:gd name="adj" fmla="val 2237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l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839" y="2103120"/>
            <a:ext cx="5484017" cy="405079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DU PRONOM OUBLIÉ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sens fatiguée.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me sens fatiguée.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Sans pronom, « sentir » veut dire percevoir une odeur : « je sens le café ». Avec le pronom, il parle de votre état. Le petit mot porte tout le sens de la phrase.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DU PRONOM QUI NE SUIT PAS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Nous se reposons le week-end.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Nous nous reposons le week-end.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pronom prend toujours la personne du sujet. « Se » n'appartient qu'à la troisième personne — il / elle / ils / elles.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Avec ou sans pronom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Les deux existent. Laquelle convient ici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le café du matin. (sentir)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mieux depuis hier. (se sentir)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00354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067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ma sœur pendant une heure. (reposer / se reposer)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94919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01319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à midi tous les jours. (se réveiller)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Avec ou sans pronom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le café du matin. (sentir)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sens le café — une odeur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mieux depuis hier. (se sentir)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me sens mieux — mon état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00354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067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ma sœur pendant une heure. (reposer / se reposer)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j'ai attendu ma sœur — attention, ici c'est un autre verbe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94919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01319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à midi tous les jours. (se réveiller)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 se réveille à midi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Chez le médecin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aux questions du médecin, avec un verbe pronominal.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Comment vous sentez-vous aujourd'hui ?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Est-ce que vous vous reposez assez ?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Vous réveillez-vous la nuit ?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78028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84428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Est-ce que vous vous inquiétez pour votre santé ? »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Chez le médecin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Comment vous sentez-vous aujourd'hui ?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me sens un peu mieux.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Est-ce que vous vous reposez assez ?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Non, je me repose très peu.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Vous réveillez-vous la nuit ?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Oui, je me réveille deux ou trois fois.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78028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84428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Est-ce que vous vous inquiétez pour votre santé ?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Oui, je m'inquiète un peu.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Votre semaine, en trois phrases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Trois verbes pronominaux, sur vous.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vous vous sentez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Quand vous vous reposez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quelle heure vous vous réveillez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phrases avec me, te ou se, sur votre santé.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 avec « je », une avec « nous », une avec « ils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 pronom doit suivre le sujet à chaque fois.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Prendre rendez-vous et aller à la pharmacie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