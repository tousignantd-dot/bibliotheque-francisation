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d'écoute. Prévoir le son. Écrire les nombres de 1 à 60 au tableau avant l'arrivée du groupe et les laisser affichés toute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chaque paire deux fois, sans rien écrire. Demander de lever une main pour le premier, deux pour le second.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Marquer la coupure avec la main en la lisant : le geste aide plus que l'explication.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poser la main sur la gorge et comparer avec la diapositive précédente.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poser la main sur la gorge : « ze » vibre, « te » ne vibre pas. C'est vérifiable, donc mémorisable.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Dicter ensuite douze nombres pris dans ces paires, au hasard, et faire écrire les chiffres.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exactement les huit cartes à écouter de l'exercice `prSons`. Les faire d'abord ici, à l'oral, puis à l'ordinateur.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Rassurer : faire répéter un chiffre n'est jamais impoli, c'est prudent.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Circuler et écouter surtout la dernière syllabe de celui qui dicte : c'est souvent lui qui l'avale.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trois nombres reviendront tous dans la fiche, aux séances B2 et C2.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SÉANCE A2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Treize ou trente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nombres, une seule syllabe de différence — et une date de naissance qui change de vingt ans.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Je remplis ma fiche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la fin d'un nombre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13 et 30, 14 et 40, 15 et 50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un nombre lentement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faire répéter un chiffre qu'on n'a pas compris.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Ces deux nombres sont-ils pareils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treize · trente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quatorze · quarante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quinze · cinquante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Lequel est le plus difficile pour vous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petits nombres finissent en « ze 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ENTEND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trei-ze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quator-ze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quin-ze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sei-ze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son « ze » vibre dans la gorge.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dizaines finissent en « te 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ENTEND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tren-te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quaran-te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40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cinquan-te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soixan-te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60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son « te » ne vibre pas : c'est un petit coup sec.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ÉCOUTEZ LA FIN, JAMAIS LE DÉBUT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Trei-ZE, tren-TE.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petits nombres — 13, 14, 15, 16 — finissent tous par le son &lt;b&gt;ze&lt;/b&gt;, qui vibre. Les dizaines — 30, 40, 50, 60 — finissent toutes par le son &lt;b&gt;te&lt;/b&gt;, un petit coup sec. « Quat… » tout seul ne dit rien : il faut attendre la fin du mot.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LES PAIRES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à connaître par cœur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13 et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Treize et trente. La plus fréquente, et celle qui fausse le plus de dates de naissance.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14 et 40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Quatorze et quarante. Même début, fin différente.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15 et 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Quinze et cinquante. Plus facile : même le début change.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2 et 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Deux et douze. Une paire de plus, très fréquente au téléphone.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Ze ou te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Écoutez, puis dites si le nombre finit par « ze » ou par « te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treize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trente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quatorze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quarante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quinze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cinquante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seize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soixante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Ze ou te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treize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ze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trente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quatorze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ze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quarante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quinze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ze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cinquante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seize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ze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soixante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RÉPONDRE SANS VÉRIFIER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Écrire 40 quand on entendait 14.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Répéter le chiffre à voix haute avant de l'écrire.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Quatorze, un-quatre ? » — deux secondes, et plus d'erreur. Quand un chiffre compte (une date, un local, un numéro), on le fait toujours confirmer. Les gens d'ici le font aussi.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Dictée de nombres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L'un dit un nombre, l'autre l'écrit. Puis on échange.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Série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Série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Série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Série 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nombres en chiffres, puis dites-les à voix haute.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numéro de votre appartement.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jour de votre naissance.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nombre de personnes chez vous.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remplis ma fiche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