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Écrire les nombres de 1 à 60 au tableau avant l'arrivée du groupe et les laisser affichés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chaque paire deux fois, sans rien écrire. Demander de lever une main pour le premier, deux pour le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Marquer la coupure avec la main en la lisant : le geste aide plus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poser la main sur la gorge et comparer avec la diapositive précédente.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poser la main sur la gorge : « ze » vibre, « te » ne vibre pas. C'est vérifiable, donc mémorisable.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Dicter ensuite douze nombres pris dans ces paires, au hasard, et faire écrire les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exactement les huit cartes à écouter de l'exercice `prSons`. Les faire d'abord ici, à l'oral, puis à l'ordinateur.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faire répéter un chiffre n'est jamais impoli, c'est prudent.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Circuler et écouter surtout la dernière syllabe de celui qui dicte : c'est souvent lui qui l'avale.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nombres reviendront tous dans la fiche, aux séances B2 et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Treize ou trente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nombres, une seule syllabe de différence — et une date de naissance qui change de vingt 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remplis ma fiche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fin d'un nombre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13 et 30, 14 et 40, 15 et 50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 nombre lentement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un chiffre qu'on n'a pas compris.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nombres sont-ils pareils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 · trente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· quarante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· cinquante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est le plus difficile pour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petits nombres finissent en « ze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trei-ze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quator-ze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quin-ze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sei-ze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« ze » vibre dans la gorge.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dizaines finissent en « te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tren-te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quaran-te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cinquan-te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soixan-te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60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son « te » ne vibre pas : c'est un petit coup sec.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ÉCOUTEZ LA FIN, JAMAIS LE DÉBUT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Trei-ZE, tren-TE.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petits nombres — 13, 14, 15, 16 — finissent tous par le son &lt;b&gt;ze&lt;/b&gt;, qui vibre. Les dizaines — 30, 40, 50, 60 — finissent toutes par le son &lt;b&gt;te&lt;/b&gt;, un petit coup sec. « Quat… » tout seul ne dit rien : il faut attendre la fin du mot.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PAIRES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à connaître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13 et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Treize et trente. La plus fréquente, et celle qui fausse le plus de dates de naissance.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14 et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Quatorze et quarante. Même début, fin différente.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15 et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et cinquante. Plus facile : même le début 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2 et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et douze. Une paire de plus, très fréquente au téléphone.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Ze ou 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si le nombre finit par « ze » ou par « te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cinquante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Ze ou te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treize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trente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quatorze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quinze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ze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cinquante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seize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ze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469892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625340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soixante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RÉPONDRE SANS VÉRIFIER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40 quand on entendait 14.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Répéter le chiffre à voix haute avant de l'écrire.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Quatorze, un-quatre ? » — deux secondes, et plus d'erreur. Quand un chiffre compte (une date, un local, un numéro), on le fait toujours confirmer. Les gens d'ici le font aussi.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Dictée de nombres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dit un nombre, l'autre l'écrit.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Série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nombres en chiffres, puis dites-les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numéro de votre appartement.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jour de votre naissance.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nombre de personnes chez vous.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remplis ma fiche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