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Reprendre la fiche vierge distribuée en A1 : chaque mot vu ici se montre du doigt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Montrer la case correspondante sur la fiche vierge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six-là sont les cases du bas de la fiche : tout le défi 2 en dépend.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règle qui évite le plus de fiches renvoyées.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Montrer les quatre sur la fiche vierge.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expliquer les abréviations ici : elles sont le sujet de la séance C1. Dire seulement qu'on y reviendra.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quatre énoncés de l'exercice `prCases`. Les faire au tableau, puis à l'ordinateur.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Les cartes mémoire de la section « Je retiens des mots » reprennent exactement ces treize mots, avec leur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renseigne sur ce qu'il faudra reprendre en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la fiche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Treize mots suffisent pour lire n'importe quelle fiche d'inscription — et ce sont les mêmes partout.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huit cases d'une fiche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écrit dans chacune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à l'écrit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« qu'est-ce que j'écris ici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 et ses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805" y="2121408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moment où on donne son nom pour entrer dans un cours.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53811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84417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05" y="2684417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feuille de papier où on écrit ses renseignements.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10112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247426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6805" y="3247426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rectangle où on écrit une seule chose.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6641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810435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remplir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6805" y="3810435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Écrire dans toutes les cases d'une feuille.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2271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373444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nom de famille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6805" y="4373444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 de vos parents, celui que toute la famille porte.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79014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936453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prénom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6805" y="4936453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 qu'on vous donne à la naissance, à vous seul.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535315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499462"/>
            <a:ext cx="2949797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date de naissance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6805" y="5499462"/>
            <a:ext cx="7102201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jour, le mois et l'année où vous êtes né.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vous joindre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539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l'année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0921" y="2121408"/>
            <a:ext cx="76980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Douze mois. 1992, 2026 sont des années.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3539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l'adresse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0921" y="2778252"/>
            <a:ext cx="76980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numéro, la rue et la ville où vous habitez.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3539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appartement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0921" y="3435096"/>
            <a:ext cx="76980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logement dans un immeuble. Il porte un numéro.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3539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code postal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0921" y="4091939"/>
            <a:ext cx="76980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Six caractères qui disent au facteur où aller.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3539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téléphone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0921" y="4748784"/>
            <a:ext cx="76980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pour parler de loin. Son numéro a dix chiffres.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3539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courriel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921" y="5405628"/>
            <a:ext cx="76980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L'adresse pour recevoir des messages sur un écran.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CASE, UN RENSEIGNEMENT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Jamais deux choses dans la même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de famille dans la case du nom, le prénom dans la case du prénom. Quand une case ne vous concerne pas, on écrit un trait : &lt;b&gt;—&lt;/b&gt;. Une case laissée vide fait croire à un oubli, et on vous rappellera pour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cases du haut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 DE FAMILLE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YUSUF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 ou 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DATE DE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12 / 03 / 1992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Elles font le défi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cases du 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ADRESSE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3120, av. Papineau, app.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VILLE, PROV.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Montréal, QC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TÉL.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514 555 0198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COURRIEL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yusuf.daoud@courriel.ca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Elles font le défi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d'après le dialogue de la séance A1.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 DE FAMILLE : 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PRÉNOM : 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huit ___ dans la fiche.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en lettres ___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 DE FAMILLE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PRÉNOM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Yusuf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huit ___ dans la fiche.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en lettres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majuscules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Montrez-moi la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nomme un mot, l'autre montre la case sur la 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de la fiche,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que vous connaissiez déjà.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appris aujourd'hui.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que vous trouvez difficile.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