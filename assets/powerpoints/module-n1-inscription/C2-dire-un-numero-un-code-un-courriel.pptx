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Prévoir le son : la séance est surtout orale. Demander à chacun d'avoir son vrai numéro de téléphone écrit devant lui.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Yusuf ne comprend pas « courriel » et le dit. Madame Côté ne répète pas plus fort : elle explique avec d'autres mots. Faire remarquer les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Lire la première ligne en entier à voix haute, lentement, avant de passer à la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Les élèves venus d'Europe francophone entendront la différence tout de suite : la nommer, plutôt que de la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trouver à chacun sa première lettre : elle correspond presque toujours au quartier.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cinq énoncés de l'exercice `t2tel`.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piège le plus utile du module. Le relier au « plus lentement, s'il vous plaît » du module précédent.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Interdire d'écrire pendant qu'on dicte au tour 4 : il faut écouter en entier, puis demander de répéter. C'est la vraie situation.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billet est le brouillon de la fiche écrite de la séance E1. Le rendre corrigé au début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Dire un numéro, un code, un courriel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suites de caractères qui ne se disent pas comme des mots : un par un, lentement, avec des pauses.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Je remplis ma fiche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 numéro de téléphone chiffre par chiffre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 code postal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 courriel avec « point » et « arobase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de répéter plus lentement.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relis votre fiche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19313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MADAME CÔTÉ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5819" y="2322576"/>
            <a:ext cx="795030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 est votre code postal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219313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YUSUF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5819" y="2982976"/>
            <a:ext cx="795030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H, deux, K. Un, N, quatre.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219313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MADAME CÔTÉ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5819" y="3643376"/>
            <a:ext cx="795030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Merci. Et votre courriel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219313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YUSUF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5819" y="4303775"/>
            <a:ext cx="795030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Pardon ? Plus lentement, s'il vous plaît.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219313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MADAME CÔTÉ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25819" y="4964176"/>
            <a:ext cx="795030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courriel. Votre adresse pour les messages.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219313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YUSUF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5819" y="5624576"/>
            <a:ext cx="795030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Ah oui. yusuf point daoud, arobase, courriel point c 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6120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6284976"/>
            <a:ext cx="219313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MADAME CÔTÉ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25819" y="6284976"/>
            <a:ext cx="795030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Parfait. Votre fiche est complète. Bienvenue 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suites, trois façons de les dire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514 555 0198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cinq · un · quatre — cinq · cinq · cinq — zéro…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H2K 1N4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 · deux · K — un · N · quatre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@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arobase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point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caractère à la fois, avec une pause entre les groupes.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 PAR UN, JAMAIS DEUX PAR DEUX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Cinq, un, quatre — pas « cinq cent quatorze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numéro de téléphone a &lt;b&gt;dix chiffres&lt;/b&gt; en trois groupes. Les trois premiers sont l'indicatif de la région : 514 et 438 à Montréal, 450 autour, 418 à Québec. En France on regroupe les chiffres deux par deux ; ici, un par un, toujours.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CODE POSTAL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caractères, deux groupes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Trois, puis trois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Lettre, chiffre, lettre — espace — chiffre, lettre, chiffre. H2K 1N4.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première lettre dit la région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 sur l'île de Montréal, G du côté de Québec, J dans les environs.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Jamais un mot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code postal ne se prononce pas : il s'épelle, comme un nom.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À faire confirmer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H, comme dans hôpital ? » — la même astuce que pour épeler son nom.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Les cases du bas de la fiche.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numéro de téléphone a ___ chiffres.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code postal a trois lettres et trois ___ 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H2K 1N4, la première lettre est ___ 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signe @ se dit ___ 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dit les chiffres un par ___ 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numéro de téléphone a ___ chiffres.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dix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code postal a trois lettres et trois ___ 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chiffres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H2K 1N4, la première lettre est ___ 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signe @ se dit ___ 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arobase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dit les chiffres un par ___ 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NE PAS OSER FAIRE RÉPÉTER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Faire oui de la tête et écrire un chiffre au hasard.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Pardon ? Pouvez-vous répéter le dernier chiffre ?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chiffre mal noté, et l'appel du centre ne vous arrive jamais : ni le rappel du cours, ni la convocation, ni le message de l'enseignante. Faire répéter prend cinq secondes et se fait à chaque fois qu'il le faut.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Dictée de coordonnées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L'un dicte, l'autre écrit, puis on vérifie caractère par caractère.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Tour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Tour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Tour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Tour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vos trois coordonnées, puis dites-les à voix haute.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Votre numéro de téléphone, en trois groupes.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Votre code postal, en deux groupes.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Votre courriel, si vous en avez un.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remplis ma fiche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