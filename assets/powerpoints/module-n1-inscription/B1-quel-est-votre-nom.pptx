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Reprendre les billets de A3 : les mots difficiles signalés hier se replacent ici, dans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 dialogue deux fois, diapo masquée, avant d'afficher quoi que ce soit.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Yusuf épelle sans qu'on le lui demande la deuxième fois : c'est ce qu'on veut leur faire prendre comme habitude.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C'est bien ça ? » est la phrase de vérification. La faire répéter : c'est celle qui permet de corriger un nom mal écrit avant qu'il entre au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L'ordre prénom-nom n'est pas le même partout dans le monde : le dire simplement, sans le commenter.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différence à l'écrit est le sujet de B2 : ne pas l'ouvrir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contenu de l'exercice `t1civil`. Montrer deux vraies fiches différentes si vous en avez.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énoncés, comme dans l'exercice `t1vf`.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trois partenaires différents. Celui qui pose les questions écrit vraiment sur une fiche vierge — et la montre à la fin pour vérification.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Relever surtout si « quel » est bien écrit en un seul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Quel est votre nom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question, une case, une réponse. On répond, on épelle, et on vérifie ce qui est écrit.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remplis ma fiche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quel est votre nom de famille ?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et épeler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nom de famille du prénom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madame, monsieur, F et 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lui demande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questions entendez-vous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lui fait faire après sa réponse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lui demande-t-on d'épeler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case coche-t-on à la fin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nom, puis le prénom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CÔTÉ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5819" y="2322576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votre nom de famille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YUSUF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5819" y="3071876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Daoud. D - A - O - U - 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CÔTÉ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5819" y="3821175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Et votre prénom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YUSUF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5819" y="4570475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Yusuf. Y - U - S - U - 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vérifie, on coche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CÔTÉ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5819" y="1901952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Yusuf Daoud. C'est bien ça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YUSUF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5819" y="2651252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c'est ça.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CÔTÉ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5819" y="3400551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coche « H ». H pour homme, F pour femme.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mots, deux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de famille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Daoud — celui de toute la famille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prénom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Yusuf — le vôtre seulement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ici, on écrit d'abord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prénom, puis le nom : Yusuf Daoud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Sur la fiche, les deux cases sont séparées et nommées.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QUEL EST VOTRE…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la question de toutes les fiches.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revient à chaque case :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quel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est votre nom de famille ? »,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quel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est votre prénom ? »,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quelle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est votre adresse ? ». À l'oreille,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quel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quelle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se disent exactement pareil : vous n'avez rien à choisir en parlant.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MOTS COURTS DE LA FICHE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à reconnaître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Madame · Monsieur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le nom d'une femme, devant celui d'un homme. Écrits en court : Mme, 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F ·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case du sexe. F pour femme, H pour homme.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M ·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 d'autres fiches : M pour masculin, F pour féminin. Même case, même réponse.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Attention au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Ici F veut dire femme, là F veut dire féminin. Ce n'est jamais « français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 de famille de Yusuf est Daoud.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prénom est Yusuf.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n'épelle pas son nom.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Côté coche « F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H » veut dire « homme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 de famille de Yusuf est Daoud.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prénom est Yusuf.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n'épelle pas son nom.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l'épelle deux fois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Côté coche « F ».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coche « H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H » veut dire « homme ».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remplit votre fiche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pose les questions, l'autre répond.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question qu'on vous pose, puis votre réponse.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 est votre nom de famille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Mon nom de famille est…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épelez-le, à côté.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Je remplis ma fiche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