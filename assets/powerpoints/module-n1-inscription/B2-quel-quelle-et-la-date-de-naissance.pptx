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Prévoir un calendrier au mur, ou l'écrire au tableau : les douze mois avec leur numéro, visibles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Yusuf — « zéro trois ? pourquoi ? » — est celle que les élèves n'osent pas poser. La faire répéter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Un homme dit bien « quelle est mon adresse ? » : le dire explicitement, l'erreur est très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une bonne nouvelle : la dire comme telle.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trouver à chacun le numéro de son mois de naissance, à voix haute, en tour de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Quand on doute, on écrit le mois en lettres : 12 mars 1992. Personne ne peut alors se tromper.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énoncés de l'exercice `t1date`. Au tableau d'abord, à l'ordinateur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erreurs dans le même piège, parce qu'elles arrivent ensemble sur la même ligne de la 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L'étape 4 est la plus importante : c'est elle qui attrape le 13 écrit à la place du 30, entendu à la séance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C'est le brouillon de la fiche écrite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Quel, quelle, et la date de naissance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jour avant le mois. Ce n'est pas l'ordre de tout le monde, et une date lue à l'envers vous change d'âge.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quel devant un mot masculin, quelle devant un mot féminin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sa date de naissance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l'écrire dans l'ordre jour / mois / année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l'année en quatre chiffres.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est votre date de naissance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5819" y="23225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votre date de naissance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YUSUF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5819" y="29829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douze mars.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5819" y="36433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année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YUSUF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5819" y="4303775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Mille neuf cent quatre-vingt-douze.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5819" y="49641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Douze, zéro trois, quatre-vingt-douze.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YUSUF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5819" y="56245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Zéro trois ? Pourquoi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120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62849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CÔTÉ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5819" y="62849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Mars, c'est le mois numéro trois.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6780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2688" y="6945376"/>
            <a:ext cx="219313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YUSUF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5819" y="6945376"/>
            <a:ext cx="795030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Ah ! Le jour avant le mois.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ou quelle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DEVANT UN MOT 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DEVANT UN MOT FÉMININ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est votre nom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votre adresse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est votre prénom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votre date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est votre numéro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votre année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mot qui suit qui décide, jamais la personne qui parle.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QUEL ET QUELLE SE DISENT PAREIL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entend « kel » dans les deux 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différence ne se voit qu'à l'écrit, et elle vient du mot d'après : &lt;b&gt;le&lt;/b&gt; nom, &lt;b&gt;le&lt;/b&gt; prénom, &lt;b&gt;le&lt;/b&gt; numéro sont masculins ; &lt;b&gt;l'&lt;/b&gt;adresse, &lt;b&gt;la&lt;/b&gt; date, &lt;b&gt;l'&lt;/b&gt;année sont féminines. À l'oral, vous ne pouvez pas vous tromper.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douze mois en chiffres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NUMÉRO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janvier · février · 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01 · 02 · 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avril · mai · juin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04 · 05 · 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juillet · août · septembre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07 · 08 · 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octobre · novembre · décembre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10 · 11 · 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Comptez sur vos doigts : c'est le seul moyen, et il marche.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JOUR, LE MOIS, PUIS L'ANNÉE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12 mars 1992 s'écrit 12 / 03 / 1992.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chiffres pour le jour — le 5 janvier s'écrit &lt;b&gt;05&lt;/b&gt; / 01 — deux pour le mois, et &lt;b&gt;quatre&lt;/b&gt; pour l'année : 1992, jamais 92. Dans plusieurs pays le mois passe devant : la même date y devient 03 / 12 / 1992, c'est-à-dire le 3 décembre.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Yusuf est né le 12 mars 1992.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: 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mois de mars s'écrit 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L'année : 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5 janvier s'écrit ___ / 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jour, le ___ , l'année.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mois de septembre s'écrit 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mois de mars s'écrit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L'année :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1992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5 janvier s'écrit ___ / 01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jour, le ___ , l'année.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mois de septembre s'écrit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L'ANNÉE À DEUX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Naissance : 12 / 03 / 92.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Naissance : 12 / 03 / 1992.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chiffres, toujours. Une fiche refuse souvent les deux chiffres, et « 26 » peut vouloir dire 1926 comme 2026. Le premier jour du mois, lui, s'écrit &lt;b&gt;1er&lt;/b&gt; : le 1er novembre, jamais « un novembre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date, la sienne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Demandez, écoutez, écrivez — puis faites vérifier.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date de naissance de deux façons.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chiffres : __ / __ / 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lettres : le … (mois)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dites-la à voix haute, lentement.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