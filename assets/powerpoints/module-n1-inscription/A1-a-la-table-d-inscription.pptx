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module. Apporter de vraies fiches vierges — une par élève — et les distribuer tout de suite : elles serviront de fil conducteur pendant les huit séances.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circuler la fiche vierge pendant la discussion. Laisser répondre dans la langue qu'on peut : à ce stade, comprendre la situation compte plus que la dire en français.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deux fois, diapo masquée. Puis afficher et faire répéter réplique par réplique, en chœur.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« une case à la fois » : c'est la phrase qui désamorce la peur du formulaire, et c'est aussi la méthode de tout le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Montrer les trois sur la fiche distribuée en début de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écrire son nom de famille en majuscules sur la fiche vierge, tout de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Cinq énoncés seulement : à ce stade, huit seraient trop.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Circuler, écouter, ne corriger que ce qui empêche de comprendre. Les six photos de l'exercice `prImg` sont dans l'activité interactive : y renvoyer les élèves rapides.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minuscule et essentiel. Plusieurs écriront leur nom en majuscules pour la première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A1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À la table d'inscription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feuille, huit cases, et quelqu'un qui pose une question à la fois. C'est ainsi que commence toute inscription.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Je remplis ma fiche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une fiche d'inscription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une case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la question « vous venez pour l'inscription ? »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son nom en lettres majuscules.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qu'on vous demande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êtes-vous assis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qu'il y a sur la table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pose les questions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cases faut-il remplir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vous donne la fiche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 avant de lire.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219313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MADAME CÔTÉ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25819" y="2322576"/>
            <a:ext cx="795030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 ! Vous venez pour l'inscription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219313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YUSUF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25819" y="3071876"/>
            <a:ext cx="795030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Oui. Bonjour, madame.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219313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MADAME CÔTÉ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25819" y="3821175"/>
            <a:ext cx="795030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Voici votre fiche. Il y a huit cases.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219313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YUSUF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25819" y="4570475"/>
            <a:ext cx="795030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Huit cases ? C'est beaucoup.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case à la fois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219313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MADAME CÔTÉ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25819" y="1901952"/>
            <a:ext cx="795030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Non, non. Je vous aide. Une case à la fois.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219313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YUSUF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25819" y="2651252"/>
            <a:ext cx="795030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D'accord. Merci.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219313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MADAME CÔTÉ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25819" y="3400551"/>
            <a:ext cx="7950307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commence par le nom. Écrivez en lettres majuscules.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mots à retenir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5603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C'EST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inscription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moment où on donne son nom pour entrer dans un cours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fiche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feuille de papier avec les cases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case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petit rectangle où on écrit une seule chose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608576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864608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case, un renseignement. Jamais deux choses dans la même case.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ÉCRIRE EN LETTRES MAJUSCULES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DAOUD, YUSUF.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vous le demandera presque partout. Les lettres détachées se lisent sans erreur, même quand le nom ne vient pas d'ici. Écrivez lentement, une lettre à la fois, sans les coller.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Yusuf vient pour l'inscription.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fiche a huit cases.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Madame Côté ne l'aide pas.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commence par le nom.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écrit en lettres majuscules.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Yusuf vient pour l'inscription.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fiche a huit cases.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Madame Côté ne l'aide pas.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faux — elle l'aide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commence par le nom.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écrit en lettres majuscules.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À DEUX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qu'on voit ce jour-là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Nommez ce que vous voyez, puis dites à quoi ça sert.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table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fiche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stylo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boîte aux lettres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votre nom de famille et votre prénom, en lettres majuscules.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lettre à la fois, bien détachées.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Puis dites-les à voix haute, chez vous, trois fois.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A1 · Je remplis ma fiche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