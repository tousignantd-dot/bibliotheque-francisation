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des écouteurs : la production orale se fait à l'ordinateur, chacun de son côté. Rendre les billets de C2 corrigés avant de commencer — ce sont les brouillons de la fiche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 et de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L'assistant parle lentement et pose une question à la fois.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suffisent au niveau 1. La correction par l'IA arrive tout de suite ; elle n'est pas conservée.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B2 et de C2 servent de brouillon : la date et les trois coordonnées sont déjà écrites et corrigées.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avant que les élèves commencent : la tentation est réelle quand le modèle est au tableau depuis huit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 C'est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une minute : mon nom, je l'épelle, ma date de naissance, mon adresse, mon téléphone.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d'une fiche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remplir sa propre fiche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mots du module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le nom et 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famille épelé, le prénom, le sexe, la date de naissance dans l'ordre jour / mois / année.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l'adresse et le téléphone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numéro et la rue, l'appartement, la ville et QC, le code postal, les dix chiffres du téléphone, le courriel.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 la table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(on vous demande les cases du haut),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l'adresse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(où vous habitez),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les chiffres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(téléphone, code postal, courriel). Vous choisissez d'être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l'élève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la personne au comptoir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quarante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Votre fiche, de 4 à 6 lignes, une case par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RECOPIER LA FICHE DE YUSUF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« Daoud, 12 mars 1992, avenue Papineau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ses vrais renseignements.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vous appelez pas Yusuf et vous n'habitez pas avenue Papineau. Ce sont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cases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et leur ordre qui se réemploient, jamais le contenu. Une fiche est utile seulement si elle est vraie.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cinq cases sont remplies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L'ordre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avant le mois, le numéro avant la rue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vous joindre avec ce qui est écrit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mon nom de famille et l'épeler.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ma date de naissance dans l'ordre.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mon adresse et mon numéro de téléphone.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écrire mes renseignements dans les cases d'une fiche.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