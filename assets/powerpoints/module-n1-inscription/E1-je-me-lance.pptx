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Prévoir des écouteurs : la production orale se fait à l'ordinateur, chacun de son côté. Rendre les billets de C2 corrigés avant de commencer — ce sont les brouillons de la fiche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grille de la production orale et de la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L'assistant parle lentement et pose une question à la fois. Demander au moins deux tours, dont un dans chaque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Quarante secondes suffisent au niveau 1. La correction par l'IA arrive tout de suite ; elle n'est pas conservée.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billets de B2 et de C2 servent de brouillon : la date et les trois coordonnées sont déjà écrites et corrigées.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avant que les élèves commencent : la tentation est réelle quand le modèle est au tableau depuis huit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dire avant que les élèves commencent.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interactive. La faire remplir là : elle est conservée avec les traces de l'élève. C'est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tient dans une minute : mon nom, je l'épelle, ma date de naissance, mon adresse, mon téléphone.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remplis ma fiche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aux questions d'une fiche à voix haute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remplir sa propre fiche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les mots du module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DEUX DÉFIS, RÉUNIS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doit apparaître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1 · le nom et la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 de famille épelé, le prénom, le sexe, la date de naissance dans l'ordre jour / mois / année.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2 · l'adresse et le téléphone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numéro et la rue, l'appartement, la ville et QC, le code postal, les dix chiffres du téléphone, le courriel.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situations, deux rôles.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l'activité : &lt;b&gt;à la table&lt;/b&gt; (on vous demande les cases du haut), &lt;b&gt;l'adresse&lt;/b&gt; (où vous habitez), &lt;b&gt;les chiffres&lt;/b&gt; (téléphone, code postal, courriel). Vous choisissez d'être &lt;b&gt;l'élève&lt;/b&gt; ou &lt;b&gt;la personne au comptoir&lt;/b&gt;.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Environ quarante secondes, à l'ordinateur.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Votre fiche, de 4 à 6 lignes, une case par ligne.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RECOPIER LA FICHE DE YUSUF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« Daoud, 12 mars 1992, avenue Papineau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ses vrais renseignements.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ne vous appelez pas Yusuf et vous n'habitez pas avenue Papineau. Ce sont les &lt;b&gt;cases&lt;/b&gt; et leur ordre qui se réemploient, jamais le contenu. Une fiche est utile seulement si elle est vraie.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regardé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CRITÈRE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COMPTE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tâche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cinq cases sont remplies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L'ordre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 avant le mois, le numéro avant la rue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clarté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peut vous joindre avec ce qui est écrit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clarté passe avant la perfection.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dire mon nom de famille et l'épeler.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dire ma date de naissance dans l'ordre.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dire mon adresse et mon numéro de téléphone.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écrire mes renseignements dans les cases d'une fiche.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remplis ma fiche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