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enveloppes vraiment reçues, adresse cachée : les abréviations y sont toutes, et l'objet rend la séance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deviner avant d'expliquer : la plupart auront déjà vu « app. » sur leur bail ou leur boîte aux lettres.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Ici, ce sont deux élèves qui se parlent : on se tutoie. Le faire remarquer — avec madame Côté, c'était « vous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morale du module : demander n'est pas un aveu de faiblesse, c'est la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« rue » ne s'abrège pas : c'est déjà court, on l'écrit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case postale est une boîte au bureau de poste : on en prend une quand on n'a pas encore d'adresse à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sa propre adresse sur ces deux lignes tout de suite, au crayon, sur la fiche vierge.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énoncés, comme dans l'exercice `t2vf`.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quatre des cinq énoncés de l'exercice `t2adresse`. Le cinquième — « Tél. » — se garde pour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Faire épeler le nom de la rue : c'est là que ça bloque le plus, et l'épellation a été travaillée dans le module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Relever surtout la position du numéro : avant la 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petits mots coupés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app., av., boul., QC, Tél., C.P. — ce ne sont pas des mots nouveaux, ce sont des mots connus écrits en plus court.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abréviations d'une adresse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le point signifie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adresse sur deux lignes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« j'écris quoi ici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veulent dire ces petits mots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app. · av. · boul.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QC · Tél. · C.P.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y a-t-il un point à la fin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avez-vous déjà vu sur une enveloppe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J'écris quoi dans cette case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1424" y="2322576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Yusuf, regarde. J'écris quoi ici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1424" y="3071876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l'adresse. Le numéro et la rue.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1424" y="3821175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J'habite au 3120, avenue Papineau. Appartement 4.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1424" y="4570475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Écris « a v point » pour avenue. Et « a p p point 4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ça, c'est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1424" y="1901952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ça ? « T é l point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1424" y="2651252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téléphone. Dix chiffres.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1424" y="3400551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! Tu écris vite, toi.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187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1424" y="4149851"/>
            <a:ext cx="88247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Je demande souvent, c'est tout.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l'adresse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appartement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avenue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boul.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boulevard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numéro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point dit que le mot n'est pas fini.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des cases du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Québec, la province — sans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Tél.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téléphone — dix chiffres après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C.P.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case postale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H2K 1N4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code postal — jamais un mot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C.P. et code postal ne sont pas la même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L'ADRESSE, DE HAUT EN BAS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d'abord, la rue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Première ligne : &lt;b&gt;3120, avenue Papineau, app. 4&lt;/b&gt;. Deuxième ligne : &lt;b&gt;Montréal, QC  H2K 1N4&lt;/b&gt;. Dans plusieurs pays, le numéro vient après le nom de la rue — ici, il vient toujours avant, et il est suivi d'une virgule.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Carlos habite avenue Papineau.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habite à l'appartement 4.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Tél. » veut dire téléphone.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numéro de téléphone a six chiffres.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Yusuf dit qu'il demande souvent.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Carlos habite avenue Papineau.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habite à l'appartement 4.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Tél. » veut dire téléphone.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numéro de téléphone a six chiffres.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en a 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Yusuf dit qu'il demande souvent.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L'abréviation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3120, ___ Papineau  (av.)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4  (app.)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Montréal, ___  (QC)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940, ___ Saint-Laurent  (boul.)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3120, ___ Papineau  (av.)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4  (app.)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appartement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Montréal, ___  (QC)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Québec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940, ___ Saint-Laurent  (boul.)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boulevard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adresse, la sienne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dicte, l'autre écrit sur deux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Vérification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adresse sur deux lignes, avec les abréviations.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Ligne 1 : le numéro, la rue, l'appartement.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Ligne 2 : la ville, QC, le code postal.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