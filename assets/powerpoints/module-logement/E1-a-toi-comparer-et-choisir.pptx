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d'application. Aucun contenu nouveau. Rendre les billets de A1, C3 et D1 : les priorités, ce qui décide, les besoins y sont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structure au tableau. Elle combine la comparaison du module 7 et la construction emphatique de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vérifier deux choses : les comparaisons emploient-elles « plus… que » ? La décision emploie-t-elle la construction emphatique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critères résument le module entier. Les faire copier avant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propriétaire reçoit dix messages. Celui qui explique pourquoi ce logement-là attire l'attention.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paragraphe est celui qui distingue le message. Insister : deux raisons tirées de l'annonce, pas des généralités.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 individuelle. Ramasser : ce message est l'évaluation écrite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deux versions côte à côte. Demander laquelle obtiendrait une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pratique concret. Faire ajouter les disponibilités à chaque message pendant la relecture.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relecture croisée trouve deux fois plus d'oublis. Ramasser les versions corrigées, pas les premières.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Cette liste est le vrai résultat du module : elle sert la prochaine fois que l'élève cherchera un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quelques billets à voix haute, sans nommer les auteurs. C'est la meilleure préparation à la séance de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toi : comparer et choisir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en une séance. Comparer deux logements à voix haute, choisir une annonce, et écrire au propriétaire pour expliquer pourquoi elle vous convient.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logements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annonce selon ses propres besoins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au propriétaire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son message avant de l'envoyer.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L'ORAL · LA COMPARAISON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critères, et une décision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premier est moins cher, mais le deuxième est plus près de l'autobus et il est plus tranquille. Ce qui me décide, c'est le transport. » Trois comparaisons, une décision.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Trois critères, puis votre décision.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L'emplacement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logement lui-même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décision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critères pour 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 vrai coût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loyer plus l'électricité, plus l'assurance, plus les électroménagers s'il en manque. C'est le calcul de la séance A2.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Les vrais besoins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ou trois, pas plus. Ce sans quoi vous ne pouvez pas vivre là. C'est le tri de la séance D1.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qui inquiète, et sa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défaut avec une solution n'est plus un défaut. Des rideaux épais règlent un bruit de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qui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seule chose décide vraiment. Nommez-la : c'est ce qui vous permettra de trancher entre deux logements presque équivalents.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À L'ÉCRIT · LE MESSAGE AU PROPRIÉTAIRE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vous êtes · pourquoi ce logement · ce que vous demandez.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paragraphes courts. Le premier vous présente, le deuxième dit pourquoi ce logement vous convient, le troisième demande une visite ou une réponse. Rien de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message, paragraphe par paragraphe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PARAGRAPHE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CONTIENT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 vous êtes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nom, votre travail ou vos études, avec qui vous vivez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pourquoi ce logement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raisons précises, tirées de l'annonce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que vous demandez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visite, avec vos disponibilités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signature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31596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 complet et numéro de téléphone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paragraphes courts, plus la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L'annonce choisie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elle vous convient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demandez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MESSAGE GÉNÉRAL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je suis intéressé par votre logement.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Bonjour, votre 4 ½ de la rue Galt m'intéresse, surtout parce que la chambre donne sur la cour.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général se confond avec les neuf autres. Une raison précise, tirée de l'annonce, montre que vous l'avez lue — et qu'il ne s'agit pas d'un envoi automatique.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MESSAGE SANS DISPONIBILITÉS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J'aimerais visiter le logement.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suis disponible mardi et jeudi après 17 h, ou samedi toute la journée.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vos disponibilités, le propriétaire doit écrire pour les demander, puis attendre votre réponse. Deux jours perdus, et le logement peut être loué entre-temps. Donnez trois plages horaires.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Échangez les messages. Six vérifications.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qui vous êtes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raisons tirées de l'annonce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quand vous êtes disponible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 est-il là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phrases sont-elles courtes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fautes de temps ou d'accord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Relecture croisée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qui vous êtes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nom, travail ou études, avec qui vous vivez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deux raisons tirées de l'annonce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précises, pas générales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qu'on sait quand vous êtes disponible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 moins deux plages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de téléphone est-il là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lui, personne ne rappelle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phrases sont-elles courtes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paragraphes, pas une page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fautes de temps ou d'accord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relire les verbes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Préparez votre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six questions de la séance B4, adaptées à votre annonce.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questions sur le logement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questions sur les coûts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sur le quotidien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phrase de conclusion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ferez différemment à votre prochaine visite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vais demander les factures d'électricité de l'hiver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