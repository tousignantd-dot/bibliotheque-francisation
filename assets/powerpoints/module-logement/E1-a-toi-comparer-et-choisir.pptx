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Séance d'application. Aucun contenu nouveau. Rendre les billets de A1, C3 et D1 : les priorités, ce qui décide, les besoins y sont déjà.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Écrire la structure au tableau. Elle combine la comparaison du module 7 et la construction emphatique de C2.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Vingt minutes. Circuler et vérifier deux choses : les comparaisons emploient-elles « plus… que » ? La décision emploie-t-elle la construction emphatique 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Ces quatre critères résument le module entier. Les faire copier avant la production écrite.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Un propriétaire reçoit dix messages. Celui qui explique pourquoi ce logement-là attire l'attention. Le dire.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deuxième paragraphe est celui qui distingue le message. Insister : deux raisons tirées de l'annonce, pas des généralités.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Vingt-cinq minutes d'écriture individuelle. Ramasser : ce message est l'évaluation écrite du module.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Montrer les deux versions côte à côte. Demander laquelle obtiendrait une réponse.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Conseil pratique concret. Faire ajouter les disponibilités à chaque message pendant la relecture.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Une relecture croisée trouve deux fois plus d'oublis. Ramasser les versions corrigées, pas les premières.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Dix minutes. Cette liste est le vrai résultat du module : elle sert la prochaine fois que l'élève cherchera un logement.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quelques billets à voix haute, sans nommer les auteurs. C'est la meilleure préparation à la séance de bilan.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SÉANCE E1  ·  MODULE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À toi : comparer et choisir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Tout le module en une séance. Comparer deux logements à voix haute, choisir une annonce, et écrire au propriétaire pour expliquer pourquoi elle vous convient.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90 minutes  ·  Comment est le logement ?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Comment est le logement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comparer deux logements à voix haute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choisir une annonce selon ses propres besoins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écrire un message au propriétaire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relire son message avant de l'envoyer.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Comment est le logement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À L'ORAL · LA COMPARAISON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441196"/>
          </a:xfrm>
          <a:prstGeom prst="roundRect">
            <a:avLst>
              <a:gd name="adj" fmla="val 10151"/>
            </a:avLst>
          </a:prstGeom>
          <a:solidFill>
            <a:srgbClr val="DCF2E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6182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Trois critères, et une décision à la fin.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940812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215132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« Le premier est moins cher, mais le deuxième est plus près de l'autobus et il est plus tranquille. Ce qui me décide, c'est le transport. » Trois comparaisons, une décision.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Comment est le logement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PRATIQUE · 1 DE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Comparez deux annonces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À deux. Trois critères, puis votre décision.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prix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L'emplacement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logement lui-même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Votre décision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Comment est le logement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Quatre critères pour choisir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3571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200" b="1" i="0">
                <a:solidFill>
                  <a:srgbClr val="0D7A6F"/>
                </a:solidFill>
                <a:latin typeface="Verdana"/>
              </a:rPr>
              <a:t>Le vrai coût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469388"/>
            <a:ext cx="4806543" cy="1119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Le loyer plus l'électricité, plus l'assurance, plus les électroménagers s'il en manque. C'est le calcul de la séance A2.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3571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200" b="1" i="0">
                <a:solidFill>
                  <a:srgbClr val="0D7A6F"/>
                </a:solidFill>
                <a:latin typeface="Verdana"/>
              </a:rPr>
              <a:t>Les vrais besoins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469388"/>
            <a:ext cx="4806543" cy="1119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Deux ou trois, pas plus. Ce sans quoi vous ne pouvez pas vivre là. C'est le tri de la séance D1.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3571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200" b="1" i="0">
                <a:solidFill>
                  <a:srgbClr val="0D7A6F"/>
                </a:solidFill>
                <a:latin typeface="Verdana"/>
              </a:rPr>
              <a:t>Ce qui inquiète, et sa solution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686808"/>
            <a:ext cx="4806543" cy="1119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Un défaut avec une solution n'est plus un défaut. Des rideaux épais règlent un bruit de rue.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8143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98183" y="4302252"/>
            <a:ext cx="4806543" cy="3571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200" b="1" i="0">
                <a:solidFill>
                  <a:srgbClr val="0D7A6F"/>
                </a:solidFill>
                <a:latin typeface="Verdana"/>
              </a:rPr>
              <a:t>Ce qui décide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8183" y="4686808"/>
            <a:ext cx="4806543" cy="1119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Une seule chose décide vraiment. Nommez-la : c'est ce qui vous permettra de trancher entre deux logements presque équivalents.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Comment est le logement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À L'ÉCRIT · LE MESSAGE AU PROPRIÉTAIRE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DCF2E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Qui vous êtes · pourquoi ce logement · ce que vous demandez.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Trois paragraphes courts. Le premier vous présente, le deuxième dit pourquoi ce logement vous convient, le troisième demande une visite ou une réponse. Rien de plus.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Comment est le logement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ÉCRIRE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message, paragraphe par paragraphe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099816"/>
          </a:xfrm>
          <a:prstGeom prst="roundRect">
            <a:avLst>
              <a:gd name="adj" fmla="val 471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28784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LE PARAGRAPHE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30583" y="1975104"/>
            <a:ext cx="7008967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QU'IL CONTIENT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2878439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qui vous êtes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30583" y="2395728"/>
            <a:ext cx="7008967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votre nom, votre travail ou vos études, avec qui vous vivez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2878439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pourquoi ce logement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30583" y="2935224"/>
            <a:ext cx="7008967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deux raisons précises, tirées de l'annonce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2878439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ce que vous demandez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30583" y="3474720"/>
            <a:ext cx="7008967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une visite, avec vos disponibilités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4187952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315968"/>
            <a:ext cx="2878439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la signature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030583" y="4315968"/>
            <a:ext cx="7008967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nom complet et numéro de téléphone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Comment est le logement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PRATIQUE · 2 DE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Écrivez le message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Trois paragraphes courts, plus la signature.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L'annonce choisie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Pourquoi elle vous convient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Ce que vous demandez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À ne pas oublier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Comment est le logement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LE PIÈGE DU MESSAGE GÉNÉRAL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Bonjour, je suis intéressé par votre logement. Merci.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1" i="0">
                <a:solidFill>
                  <a:srgbClr val="17181A"/>
                </a:solidFill>
                <a:latin typeface="Verdana"/>
              </a:rPr>
              <a:t>Bonjour, votre 4 ½ de la rue Galt m'intéresse, surtout parce que la chambre donne sur la cour.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Un message général se confond avec les neuf autres. Une raison précise, tirée de l'annonce, montre que vous l'avez lue — et qu'il ne s'agit pas d'un envoi automatique.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Comment est le logement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LE PIÈGE DU MESSAGE SANS DISPONIBILITÉS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J'aimerais visiter le logement.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Je suis disponible mardi et jeudi après 17 h, ou samedi toute la journée.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Sans vos disponibilités, le propriétaire doit écrire pour les demander, puis attendre votre réponse. Deux jours perdus, et le logement peut être loué entre-temps. Donnez trois plages horaires.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Comment est le logement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PRATIQUE · 3 DE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Relecture croisée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Échangez les messages. Six vérifications.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Est-ce qu'on sait qui vous êtes 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Y a-t-il deux raisons tirées de l'annonce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Est-ce qu'on sait quand vous êtes disponible 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numéro de téléphone est-il là ?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Les phrases sont-elles courtes ?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Y a-t-il des fautes de temps ou d'accord 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Comment est le logement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Relecture croisée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Est-ce qu'on sait qui vous êtes ?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nom, travail ou études, avec qui vous vivez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Y a-t-il deux raisons tirées de l'annonce ?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précises, pas générales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Est-ce qu'on sait quand vous êtes disponible ?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au moins deux plages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numéro de téléphone est-il là ?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sans lui, personne ne rappelle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Les phrases sont-elles courtes ?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trois paragraphes, pas une page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Y a-t-il des fautes de temps ou d'accord ?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relire les verbes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Comment est le logement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PRATIQUE · 4 DE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Préparez votre visite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Les six questions de la séance B4, adaptées à votre annonce.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Trois questions sur le logement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Deux questions sur les coûts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Une question sur le quotidien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Votre phrase de conclusion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Comment est le logement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14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En une phrase : qu'est-ce que vous ferez différemment à votre prochaine visite 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Une seule chose, précise.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Exemple : « je vais demander les factures d'électricité de l'hiver ».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Comment est le logement 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