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ou trois vraies annonces, prises sur un site ou dans un journal local. Les élèves les décoderont 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à l'envers : combien de chambres dans un 6 ½ ? Quatre. La règle 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l'annonce du 5 ½ en triplex, en A4 : elle précise « deux salles de bain » séparément.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Triplex » et « rez-de-chaussée » sont propres au parc de logements québécois. Les faire prononcer.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formules reviennent dans presque toutes les annonces. Les faire chercher dans les vraies annonces apportées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 avec des chiffres réels. C'est un savoir financier autant que linguistique.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coûts sont invisibles dans une annonce et bien réels dans un budget. Les donner comme un savoir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mécanique et rapide. Faire dire la règle à voix haute : le chiffre moins deux, pour le salon et la cuisine.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ces formules dans les vraies annonces. Elles y sont presque toutes.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deux exemples au tableau. L'écart surprend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pratique important pour des personnes nouvellement arrivées, qui n'ont souvent aucun appareil.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item renverse le classement : le moins cher devient le plus cher. C'est la leçon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minutes, en équipes de deux. Chaque équipe présente son annonce décodée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un exercice utile hors de la classe. Suggérer de le refaire chaque fois qu'on cherche un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vocabulaire du logement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4 ½ chauffé et éclairé, non-fumeur, libre le 1er juillet. » Une annonce de logement au Québec est écrite en abrégé — et chaque mot y coûte de l'argent.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notation des pièces : 2 ½, 3 ½, 4 ½, 5 ½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décoder les abréviations courantes des annonces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pièces et les services d'un logement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le vrai coût d'un loyer.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pièces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80415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1 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951" y="2395728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seule pièce, plus la salle de bain — un studio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2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935224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 et une cuisine, plus la salle de bain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3 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951" y="3474720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chambre, un salon, une cuisine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4 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4014215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chambres, un salon, une cuisine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5 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7951" y="4553712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chambres, un salon, une cuisine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RÈGLE DU DEMI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demi, c'est toujours la salle de bain.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ne compte que pour une demi-pièce parce qu'on n'y vit pas. Un logement avec deux salles de bain reste un « 5 ½ », pas un « 6 » : l'annonce précise alors « deux salles de bain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pièces et les espaces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fermée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pièce avec une porte ou des murs entiers.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cuisinette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778252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petite cuisine ouverte sur une autre pièce.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buanderie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435096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balcon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091939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plateforme extérieure devant une fenêtre ou une porte.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rez-de-chaussée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4748784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L'étage au niveau de la rue, sans escalier à monter.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triplex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256" y="540562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immeuble de trois logements superposés.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abréviations des annonces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chauffé et éclairé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899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chauffage et électricité compris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libre immédiatement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899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emménager tout de suite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non-fumeur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899" y="3474720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interdit de fumer dans le logement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électros non fournis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4014215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apporter son réfrigérateur et sa cuisinière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stat. inclus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899" y="4553712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place de stationnement est comprise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VRAI COÛT DU LOYER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 affiché n'est pas ce que vous paierez chaque mois.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3 ½ à 780 $ chauffé et éclairé coûte moins qu'un 3 ½ à 720 $ sans chauffage : l'électricité d'un logement mal isolé peut dépasser cent dollars par mois en hiver. Additionnez toujours avant de comparer.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coûts qu'on oublie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L'électricité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 le logement n'est pas « éclairé », comptez de quarante à cent cinquante dollars par mois selon la saison et l'isolation.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L'assurance habitation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Souvent exigée par le bail. Une vingtaine de dollars par mois, et elle protège vos biens en cas de dégât d'eau ou d'incendie.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La laveuse à pièces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buanderie commune coûte quelques dollars par brassée. Sur un an, c'est une somme.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Le déménagement lui-même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Camion, boîtes, aide. Le 1er juillet, tout coûte plus cher : les camions se réservent des mois d'avance.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chambres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chiffre compte les pièces fermées.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3 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4 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5 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1 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6 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chambres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3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chambre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4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chambres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5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chambres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1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aucune — c'est un studio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6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 chambres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Traduisez l'abréviation.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chauffé et éclairé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électros non fournis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libre immédiatement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non-fumeur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stat. inclus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chauffé et éclairé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chauffage et électricité compris dans le loyer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électros non fournis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apporter ses gros appareils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libre immédiatement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peut emménager tout de suite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non-fumeur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interdiction de fumer dans le logement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stat. inclus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place de stationnement est comprise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LOYER LE MOINS 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3 ½ à 720 $ est le moins cher des trois.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n'est pas chauffé : additionnez l'électricité avant de comparer.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loyer sans chauffage peut coûter cent dollars de plus par mois en hiver. Le loyer affiché n'est comparable qu'entre logements qui incluent les mêmes choses. Faites toujours le total.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DES ÉLECTROMÉNAGERS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prends ce 5 ½, il est plus grand pour le même prix.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électroménagers ne sont pas fournis : il faut les acheter.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réfrigérateur et une cuisinière d'occasion coûtent plusieurs centaines de dollars, à payer d'un coup au moment du déménagement. C'est une dépense qui arrive au pire moment.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vrai coût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Additionnez ce qui n'est pas inclus.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780 $, chauffé et éclairé.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720 $, non chauffé. Électricité : environ 90 $ par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 ½ à 890 $, chauffage et eau chaude inclus, électricité à part : 45 $.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½ à 1 250 $, électros non fournis (achat de 800 $ une fois).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vrai coût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780 $, chauffé et éclairé.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780 $ — tout est inclus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720 $, non chauffé. Électricité : environ 90 $ par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810 $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 ½ à 890 $, chauffage et eau chaude inclus, électricité à part : 45 $.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935 $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½ à 1 250 $, électros non fournis (achat de 800 $ une fois).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1 250 $ par mois, plus 800 $ au départ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Décodez une vraie 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annonce apportée en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chambres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inclus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vrai coût mensuel 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Décodez une annonce de logement en quatre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nombre de chambres, ce qui est inclus, ce qu'il faut apporter, le vrai coût.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vraie annonce, trouvée où vous voulez.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