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deux ou trois vraies annonces, prises sur un site ou dans un journal local. Les élèves les décoderont à la fin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calculer à l'envers : combien de chambres dans un 6 ½ ? Quatre. La règle est mécanique.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l'annonce du 5 ½ en triplex, en A4 : elle précise « deux salles de bain » séparément.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Triplex » et « rez-de-chaussée » sont propres au parc de logements québécois. Les faire prononcer.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formules reviennent dans presque toutes les annonces. Les faire chercher dans les vraies annonces apportées en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au tableau avec des chiffres réels. C'est un savoir financier autant que linguistique.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coûts sont invisibles dans une annonce et bien réels dans un budget. Les donner comme un savoir pratique.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mécanique et rapide. Faire dire la règle à voix haute : le chiffre moins deux, pour le salon et la cuisine.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ces formules dans les vraies annonces. Elles y sont presque toutes.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calculer deux exemples au tableau. L'écart surprend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pratique important pour des personnes nouvellement arrivées, qui n'ont souvent aucun appareil.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item renverse le classement : le moins cher devient le plus cher. C'est la leçon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minutes, en équipes de deux. Chaque équipe présente son annonce décodée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mots devant la caméra du téléphone. Les lèvres se voient : rondes pour « on », plates pour « an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au groupe un autre mot du module pour chaque case avant de montrer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les deux mots en alternance, cinq allers-retours. Puis demander au groupe de les dire à son tour pendant que l'enseignant devine.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huit mots de l'exercice de sons du module en ligne, dans le même ordre. Dire chaque mot deux fois, sans montrer l'orthographe.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phrases reprennent le vocabulaire de la visite de la rue Galt : on révise le sens en même temps que le 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est un exercice utile hors de la classe. Suggérer de le refaire chaque fois qu'on cherche un logement.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vocabulaire du logement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4 ½ chauffé et éclairé, non-fumeur, libre le 1er juillet. » Une annonce de logement au Québec est écrite en abrégé — et chaque mot y coûte de l'argent.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la notation des pièces : 2 ½, 3 ½, 4 ½, 5 ½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décoder les abréviations courantes des annonces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pièces et les services d'un logement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calculer le vrai coût d'un loyer 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08600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804672" y="5486400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672" y="556869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08176" y="5509768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son « an » du son « on » dans le vocabulaire du logement.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pièces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951" y="1975104"/>
            <a:ext cx="80415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1 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7951" y="2395728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seule pièce, plus la salle de bain — un studio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2 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951" y="2935224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chambre et une cuisine, plus la salle de bain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3 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7951" y="3474720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chambre, un salon, une cuisine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4 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951" y="4014215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chambres, un salon, une cuisine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5 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7951" y="4553712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chambres, un salon, une cuisine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LA RÈGLE DU DEMI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demi, c'est toujours la salle de bain.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Elle ne compte que pour une demi-pièce parce qu'on n'y vit pas. Un logement avec deux salles de bain reste un « 5 ½ », pas un « 6 » : l'annonce précise alors « deux salles de bain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pièces et les espaces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pièce fermée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9256" y="2121408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pièce avec une porte ou des murs entiers.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cuisinette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256" y="2778252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petite cuisine ouverte sur une autre pièce.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buanderie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9256" y="3435096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local où se trouvent la laveuse et la sécheuse.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balcon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256" y="4091939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plateforme extérieure devant une fenêtre ou une porte.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rez-de-chaussée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9256" y="4748784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L'étage au niveau de la rue, sans escalier à monter.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75224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triplex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9256" y="5405628"/>
            <a:ext cx="72997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immeuble de trois logements superposés.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abréviations des annonces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394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6899" y="1975104"/>
            <a:ext cx="64926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chauffé et éclairé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6899" y="2395728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chauffage et électricité compris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libre immédiatement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899" y="2935224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peut emménager tout de suite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non-fumeur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6899" y="3474720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interdit de fumer dans le logement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électros non fournis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899" y="4014215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apporter son réfrigérateur et sa cuisinière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stat. inclus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6899" y="4553712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place de stationnement est comprise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VRAI COÛT DU LOYER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prix affiché n'est pas ce que vous paierez chaque mois.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3 ½ à 780 $ chauffé et éclairé coûte moins qu'un 3 ½ à 720 $ sans chauffage : l'électricité d'un logement mal isolé peut dépasser cent dollars par mois en hiver. Additionnez toujours avant de comparer.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coûts qu'on oublie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L'électricité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 le logement n'est pas « éclairé », comptez de quarante à cent cinquante dollars par mois selon la saison et l'isolation.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L'assurance habitation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Souvent exigée par le bail. Une vingtaine de dollars par mois, et elle protège vos biens en cas de dégât d'eau ou d'incendie.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La laveuse à pièces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buanderie commune coûte quelques dollars par brassée. Sur un an, c'est une somme.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Le déménagement lui-même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Camion, boîtes, aide. Le 1er juillet, tout coûte plus cher : les camions se réservent des mois d'avance.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1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chambres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chiffre compte les pièces fermées.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3 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4 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5 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1 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6 ½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chambres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3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chambre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4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 chambres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5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trois chambres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1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aucune — c'est un studio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6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quatre chambres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2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l'annonce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Traduisez l'abréviation.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chauffé et éclairé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électros non fournis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libre immédiatement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non-fumeur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stat. inclus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l'annonce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chauffé et éclairé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chauffage et électricité compris dans le loyer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électros non fournis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apporter ses gros appareils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libre immédiatement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peut emménager tout de suite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non-fumeur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interdiction de fumer dans le logement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stat. inclus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place de stationnement est comprise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DU LOYER LE MOINS 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3 ½ à 720 $ est le moins cher des trois.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n'est pas chauffé : additionnez l'électricité avant de comparer.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loyer sans chauffage peut coûter cent dollars de plus par mois en hiver. Le loyer affiché n'est comparable qu'entre logements qui incluent les mêmes choses. Faites toujours le total.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DES ÉLECTROMÉNAGERS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prends ce 5 ½, il est plus grand pour le même prix.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électroménagers ne sont pas fournis : il faut les acheter.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réfrigérateur et une cuisinière d'occasion coûtent plusieurs centaines de dollars, à payer d'un coup au moment du déménagement. C'est une dépense qui arrive au pire moment.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3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Calculez le vrai coût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Additionnez ce qui n'est pas inclus.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 ½ à 780 $, chauffé et éclairé.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 ½ à 720 $, non chauffé. Électricité : environ 90 $ par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 ½ à 890 $, chauffage et eau chaude inclus, électricité à part : 45 $.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 ½ à 1 250 $, électros non fournis (achat de 800 $ une fois).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Calculez le vrai coût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 ½ à 780 $, chauffé et éclairé.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780 $ — tout est inclus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 ½ à 720 $, non chauffé. Électricité : environ 90 $ par mois.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environ 810 $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 ½ à 890 $, chauffage et eau chaude inclus, électricité à part : 45 $.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environ 935 $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 ½ à 1 250 $, électros non fournis (achat de 800 $ une fois).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1 250 $ par mois, plus 800 $ au départ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4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Décodez une vraie 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annonce apportée en classe.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chambres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inclus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faut apporter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est le vrai coût mensuel 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DEUX SONS NASAUX DE LA VISITE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« an » garde les lèvres plates ; le son « on » les arrondit.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Chambre » et « salon » sont deux pièces, deux sons. Pendant une visite, se tromper de voyelle nasale change la pièce dont on parle — et parfois le montant du loyer.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Les deux sons dans le vocabulaire du logement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S'ÉCRIT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MOTS DU MODULE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son « an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an, am, en, 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logement, chambre, buanderie, septembre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son « on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on, 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salon, camion, maison, répondu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1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626864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Devant un b ou un p, « on » s'écrit « om » : nombre, compte, pompe. Le son ne change pas, seulement la lettre.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DE « CHAMBRE » ET « NOMBRE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nombre, quand on veut dire chambre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chambre — les lèvres restent plates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mots ne diffèrent que par la voyelle nasale ; tout le reste est identique. C'est la paire à faire entendre en premier, parce qu'elle isole exactement la difficulté : si on l'entend ici, on l'entend partout.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5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écrivez « an » ou « on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logement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salon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chambre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camion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buanderie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maison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septembre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répondu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logement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salon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on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chambre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camion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on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buanderie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maison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on 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septembre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répondu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on »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6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de visite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lit une phrase. Le groupe ne corrige que les sons nasaux.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a une chambre et un grand salon.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buanderie est au sous-sol de la maison.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bail commence au mois de septembre.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de visite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a une chambre et un grand salon.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an · an · 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buanderie est au sous-sol de la maison.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an ·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bail commence au mois de septembre.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· an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Décodez une annonce de logement en quatre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nombre de chambres, ce qui est inclus, ce qu'il faut apporter, le vrai coût.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vraie annonce, trouvée où vous voulez.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