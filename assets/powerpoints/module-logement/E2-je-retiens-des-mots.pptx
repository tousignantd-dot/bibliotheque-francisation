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bilan. Ton différent des autres : on ne présente rien de nouveau. Laisser beaucoup de place aux questions restées en suspens.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Cacher la colonne de droite et faire donner les définitions. Puis l'inverse.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refaire le calcul du « ½ » : un 4 ½ a combien de chambres ? C'est le savoir le plus propre au Québec.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une phrase avec chaque mot, sur une situation réelle ou prévue.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retrouver la règle avant d'afficher la colonne du milieu. Ce qui ne revient pas est ce qu'il faut retravailler.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dernière colonne. Le module reste ouvert dans le portail : chacun peut y revenir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chacun lequel des quatre lui paraît le plus solide, et lequel le moins. Personne ne doit répondre « tous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individuel, cahier fermé, cinq minutes. Corriger ensemble sans compter les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colonne de droite n'est pas une correction : c'est l'adresse où retourner. Le dire clairement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module. Ces billets disent ce qui est vraiment passé de la classe à la vie — c'est le seul bilan qui compte.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Dernière séance du module. On rassemble le vocabulaire, on revoit les savoirs, et chacun fait le point sur ce qu'il est maintenant capable de faire.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Comment est le logement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revoir les mots essentiels du module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les savoirs travaillés et savoir où chacun sert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honnêtement ce que je suis capable de faire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où retourner chercher ce qui n'est pas encore acquis.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contrat et les gens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22437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1381" y="2121408"/>
            <a:ext cx="782762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contrat de location signé entre le locataire et le propriétaire.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22437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loyer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1381" y="2778252"/>
            <a:ext cx="782762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somme versée chaque mois pour habiter un logement.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22437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locataire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1381" y="3435096"/>
            <a:ext cx="782762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loue un logement et qui y habite.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22437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propriétaire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31381" y="4091939"/>
            <a:ext cx="782762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à qui appartient le logement loué.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22437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l'état des lieux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31381" y="4748784"/>
            <a:ext cx="782762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description du logement au début du bail.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22437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résilier un bail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31381" y="5405628"/>
            <a:ext cx="782762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Y mettre fin avant la date prévue.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logement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4170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chauffé et éclairé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48709" y="2121408"/>
            <a:ext cx="711029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Dont le chauffage et l'électricité sont compris.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94170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insonorisé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8709" y="2778252"/>
            <a:ext cx="711029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Protégé contre le bruit de la rue ou des voisins.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94170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lumineux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8709" y="3435096"/>
            <a:ext cx="711029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Qui reçoit beaucoup de lumière du jour.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94170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buanderie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48709" y="4091939"/>
            <a:ext cx="711029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local où se trouvent la laveuse et la sécheuse.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94170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électroménagers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48709" y="4748784"/>
            <a:ext cx="711029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gros appareils : réfrigérateur, cuisinière, laveuse.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94170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rez-de-chaussée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48709" y="5405628"/>
            <a:ext cx="711029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L'étage au niveau de la rue, sans escalier à monter.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déménagement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78393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emménager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0945" y="2121408"/>
            <a:ext cx="826806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S'installer dans un nouveau logement.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178393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déménager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945" y="2909620"/>
            <a:ext cx="826806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Quitter un logement pour aller dans un autre.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178393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quartier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945" y="3697833"/>
            <a:ext cx="826806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partie d'une ville, avec ses commerces et ses services.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178393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triplex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0945" y="4486046"/>
            <a:ext cx="826806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immeuble de trois logements superposés.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178393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sous-louer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0945" y="5274259"/>
            <a:ext cx="826806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Laisser quelqu'un d'autre habiter le logement à sa place.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RÉVISION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savoirs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091940"/>
          </a:xfrm>
          <a:prstGeom prst="roundRect">
            <a:avLst>
              <a:gd name="adj" fmla="val 357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SAVOIR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RÈGLE 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SÉANCE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Le ½ des annonces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chiffre compte les pièces fermées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0083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136392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Le vrai coût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136392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additionner ce qui n'est pas inclus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136392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4903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77055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Avant de signer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877055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douze sujets, la moitié se demande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877055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489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617720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La question de reprise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617720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nom devant, le pronom après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617720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B2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978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5106924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Reprendre un nom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5106924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changer le déterminant, pas le nom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5106924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B3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RÉVISION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savoirs du module, 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8784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SAVOIR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0583" y="1975104"/>
            <a:ext cx="54600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RÈGLE 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0059" y="1975104"/>
            <a:ext cx="13294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SÉANCE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28784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La phrase emphatique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0583" y="2395728"/>
            <a:ext cx="546001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fait l'action prend qui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0059" y="2395728"/>
            <a:ext cx="13294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bail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0583" y="3236976"/>
            <a:ext cx="546001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n'est pas écrit n'existe pas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0059" y="3236976"/>
            <a:ext cx="132949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776472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Besoin ou préférence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30583" y="3776472"/>
            <a:ext cx="546001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peut-on vivre sans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0059" y="3776472"/>
            <a:ext cx="132949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315968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CD ou CI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30583" y="4315968"/>
            <a:ext cx="546001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préposition décide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059" y="4315968"/>
            <a:ext cx="132949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148072"/>
            <a:ext cx="11057839" cy="825119"/>
          </a:xfrm>
          <a:prstGeom prst="roundRect">
            <a:avLst>
              <a:gd name="adj" fmla="val 1773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404104"/>
            <a:ext cx="10234879" cy="367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Neuf savoirs pour un module. Chacun renvoie à une séance : c'est là qu'il faut retourner.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QUATRE GESTES DU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sait faire maintenant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Lire une annonce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nombre de pièces, ce qui est inclus, ce qu'il faut apporter, et le vrai coût mensuel.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Préparer et mener une visite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Six questions écrites d'avance, avec une phrase de contexte devant les plus importantes.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Peser ce qui plaît et ce qui inquiète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Trois choses qui plaisent, deux qui inquiètent, et une solution pour chacune.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Choisir et écrire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Deux vrais besoins, une chose qui décide, et un message au propriétaire en trois paragraphes.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vocabulaire, sans regarder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Donnez le mot qui correspond à la définition.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contrat de location.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Dont le chauffage et l'électricité sont compris.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Protégé contre le bruit.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local où se trouvent la laveuse et la sécheuse.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S'installer dans un nouveau logement.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immeuble de trois logements superposés.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vocabulaire, sans regarder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contrat de location.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bail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Dont le chauffage et l'électricité sont compris.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chauffé et éclairé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Protégé contre le bruit.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insonorisé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local où se trouvent la laveuse et la sécheuse.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buanderie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S'installer dans un nouveau logement.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emménager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immeuble de trois logements superposés.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triplex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Autoévaluation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énoncé : je sais faire, presque, ou pas encore.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comprends une annonce de logement.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sais quoi vérifier avant de signer un bail.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poser six questions pendant une visite.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dire ce qui me plaît et ce qui m'inquiète.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distingue un besoin d'une préférence.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écrire au propriétaire pour demander une visite.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Autoévaluation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comprends une annonce de logement.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séances A2, A4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sais quoi vérifier avant de signer un bail.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séances A3, C4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poser six questions pendant une visite.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séances B1, B4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dire ce qui me plaît et ce qui m'inquiète.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séances C2, C3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distingue un besoin d'une préférence.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 D1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écrire au propriétaire pour demander une visite.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 E1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Nommez une chose que vous vérifierez la prochaine fois que vous chercherez un logement.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seule, celle à laquelle vous n'auriez pas pensé avant ce module.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Écrivez-la comme vous la demanderiez à une propriétaire.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Comment est le logement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