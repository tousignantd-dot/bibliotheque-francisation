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le calcul du « ½ » : un 4 ½ a combien de chambres ? C'est le savoir le plus propre au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avec chaque mot, sur une situation réelle ou prévue.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contrat et les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1381" y="212140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de location signé entre le locataire et le propriétaire.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loyer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1381" y="2778252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somme versée chaque mois pour habiter un logement.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1381" y="3435096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loue un logement et qui y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propriétaire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1381" y="4091939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à qui appartient le logement loué.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l'état des lieux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1381" y="4748784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description du logement au début du bail.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résilier un bail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1381" y="540562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Y mettre fin avant la date prévue.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 et éclairé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8709" y="212140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insonorisé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8709" y="2778252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Protégé contre le bruit de la rue ou des voisins.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lumineux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8709" y="3435096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reçoit beaucoup de lumière du jour.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8709" y="4091939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électroménagers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8709" y="4748784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gros appareils : réfrigérateur, cuisinière, laveuse.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8709" y="540562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au niveau de la rue, sans escalier à monter.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déménagement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945" y="2121408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S'installer dans un nouveau logement.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déménager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945" y="2909620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Quitter un logement pour aller dans un autre.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945" y="3697833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d'une ville, avec ses commerces et ses services.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triplex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945" y="4486046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immeuble de trois logements superposés.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sous-louer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945" y="5274259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Laisser quelqu'un d'autre habiter le logement à sa place.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9194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½ des annonces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chiffre compte les pièces fermées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vrai coût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additionner ce qui n'est pas inclus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4903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Avant de 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douze sujets, la moitié se demande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La question de reprise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nom devant, le pronom après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978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Reprendre un nom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changer le déterminant, pas le nom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phrase emphatique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fait l'action prend qui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bail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3236976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n'est pas écrit n'existe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3236976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Besoin ou préférence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776472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peut-on vivre sans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776472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CD ou CI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31596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préposition décide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31596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Lire une 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nombre de pièces, ce qui est inclus, ce qu'il faut apporter, et le vrai coût mensuel.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Préparer et mener une visite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questions écrites d'avance, avec une phrase de contexte devant les plus importantes.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Peser ce qui plaît et ce qui inquiète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choses qui plaisent, deux qui inquiètent, et une solution pour chacune.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Choisir et écrire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vrais besoins, une chose qui décide, et un message au propriétaire en trois paragraphes.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de location.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Protégé contre le bruit.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S'installer dans un nouveau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de trois logements superposés.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de location.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Dont le chauffage et l'électricité sont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chauffé et éclairé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Protégé contre le bruit.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insonorisé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où se trouvent la laveuse et la sécheuse.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buanderie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S'installer dans un nouveau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emménager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de trois logements superposés.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triplex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une annonce de logement.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vérifier avant de signer un bail.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six questions pendant une visite.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ce qui me plaît et ce qui m'inquiète.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besoin d'une préférence.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au propriétaire pour demander une visite.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une annonce de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A2, A4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vérifier avant de signer un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A3, C4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six questions pendant une visite.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ce qui me plaît et ce qui m'inquiète.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C2, C3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besoin d'une préférence.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D1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au propriétaire pour demander une visite.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chose que vous vérifierez la prochaine fois que vous chercherez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seule, celle à laquelle vous n'auriez pas pensé avant ce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comme vous la demanderiez à une propriétaire.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