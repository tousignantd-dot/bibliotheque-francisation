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les trois annonces et laisser cinq minutes de lecture silencieuse avant toute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annonce est celle qu'Ibrahim a visitée. Le faire remarquer : on lit maintenant ce qu'il a lu avant d'appeler.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ce tableau par les élèves avant de l'afficher. C'est l'exercice le plus formateur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 la phrase exacte pour chaque réponse. Les annonces sont courtes : l'information est vite trouvée si on sait quoi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du module. C'est aussi le sujet du défi 3 : quatre personnes, quatre besoins.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un mot de l'annonce. Ne jamais accepter « parce que c'est mieux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le coût réel du 5 ½ : loyer, électricité, achat des électroménagers. L'écart avec le 3 ½ est considérable.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A3 : ce qui n'est pas écrit fait partie de la liste des questions à 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pour chaque annonce, la première question qu'on poserait au téléphone. C'est l'exercice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minutes, puis quelques présentations à voix haute. Les choix diffèrent beaucoup et les justifications sont instructives.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justifications préparent le défi 2, où l'on dira ce qui plaît et ce qui inquiète.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petites annonces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logements, trois prix, trois vies possibles. Aucun n'est meilleur que les autres : tout dépend de qui cherche.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trois annonces et en tirer les informations essentielles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trois logements sur plusieurs critères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logement selon une situation donnée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justifier son choix.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ANNONCES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louer à Sherbrooke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Annonce 1 · un 3 ½ à 780 $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Rez-de-chaussée, quartier Jacques-Cartier. Cour clôturée, entrée pour laveuse-sécheuse. Chauffé et éclairé. Non-fumeur. Libre immédiatement.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Annonce 2 · un 5 ½ à 1 250 $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Grand logement dans un triplex, deux salles de bain, à cinq minutes d'une école primaire et d'un parc. Stationnement pour deux autos. Électroménagers non fournis. Bail d'un 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Annonce 3 · un 4 ½ à 890 $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Repeint, au deuxième étage, au-dessus d'une boulangerie, rue Galt. Chauffage et eau chaude inclus. Buanderie commune au sous-sol. Chats acceptés. Libre le 1er septembre.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annonces, comparées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3 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2373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5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0690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4 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loyer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4057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780 $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2373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1 250 $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0690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890 $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chambres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4057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2373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0690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chauffage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4057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inclus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2373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0690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inclus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électros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4057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précisé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2373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fournis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0690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précisé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2688" y="4553712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libre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4057" y="4553712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immédiatement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2373" y="4553712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précisé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0690" y="4553712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1er septembre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sur les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textes.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logement coûte le moins cher par mois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quelle annonce faut-il apporter ses électroménagers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annonce conviendrait à une famille de quatre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logement accepte les animaux, et lesquels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Lequel est libre tout de suite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sur les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logement coûte le moins cher par mois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3 ½ à 780 $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quelle annonce faut-il apporter ses électroménagers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l'annonce 2, le 5 ½ en triplex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annonce conviendrait à une famille de quatre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l'annonce 2 : trois chambres, deux salles de bain, école et parc tout près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logement accepte les animaux, et lesquels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4 ½ de la rue Galt accepte les chats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Lequel est libre tout de suite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3 ½ du quartier Jacques-Cartier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CHOIX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meilleur logement dépend de qui cherche.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3 ½ est le moins cher, le 5 ½ le plus grand, le 4 ½ le plus tranquille. Aucun n'est meilleur en soi. Une personne seule, une famille et un travailleur de nuit ne choisiront pas le même.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logement pour 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Et pourquoi celui-là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personne seule avec un petit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famille de quatre avec deux enfants d'âge scolaire.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travailleur de soir qui dort le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qui a un chat.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logement pour 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personne seule avec un petit budget.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3 ½ — le moins cher, chauffé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famille de quatre avec deux enfants d'âge scolaire.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5 ½ — trois chambres, école et parc à cinq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travailleur de soir qui dort le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4 ½ — la chambre donne sur la cour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qui a un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4 ½ — le seul qui les accepte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PLUS GRAND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5 ½ est le meilleur, il est plus grand.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coûte 1 250 $, sans chauffage, et sans électroménagers.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Plus grand veut dire plus cher à louer, à chauffer et à meubler. Pour une personne seule, un 5 ½ est une mauvaise affaire, même s'il est plus beau. Le bon logement est celui qui correspond au nombre de personnes.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« NON PRÉCISÉ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L'annonce ne parle pas des électroménagers, donc ils sont fournis.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n'est pas écrit doit être demandé.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ne dit jamais tout. « Non précisé » ne veut dire ni oui ni non : cela veut dire qu'il faut poser la question avant de visiter. C'est un appel de deux minutes qui évite un déplacement inutile.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Qu'est-ce qui manque dans chaque 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information non précisée par 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1 — le 3 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2 — le 5 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3 — le 4 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Qu'est-ce qui manque dans chaque 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1 — le 3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animaux, le stationnement, les électroménagers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2 — le 5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chauffage, la date de disponibilité, les animaux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3 — le 4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électroménagers, le stationnement, le bruit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et justifiez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Lequel prendriez-vous,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choix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raison principale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manque pour décider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accepteriez de perdre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une des trois annonces et justifiez votre choix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situation, votre raison, votre compromis.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parce que » au moins une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