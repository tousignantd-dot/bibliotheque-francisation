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du chapeau au tableau et demander ce que Ginette montre, et à qui. Les deux questions donnent les deux compléments.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Le repère est visuel : y a-t-il un petit mot entre le verbe et le complément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à voix haute avant chaque réponse. C'est la méthode, et elle ne se trompe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donne la raison d'être de la séance. La donner en premier si le groupe demande à quoi cela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à voix haute : « visite quoi ? », « téléphone à qui ? ». Sans elle, l'exercice devient une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l'ordre : le CD vient presque toujours avant le CI en français. C'est un repère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technique important. Faire décomposer les quatre formes au tableau : au, aux, du, 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essayer les quatre questions systématiquement au début. Avec la pratique, on voit tout de suite laquelle 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compléments avant de les nommer. Le compte oriente la recherche.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lien avec le module 6. Faire remarquer que la distinction CD et CI sert exactement à cela : choisir le bon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l'identification avant tout. Rendre avant E1 : ces compléments reviennent dans la lettre de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CD ou CI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Ginette montre le sous-sol aux locataires. » Deux compléments dans une phrase, et un seul mot les distingue : la préposition.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 complément direct avec « qui ? » ou « quoi ?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 complément indirect avec « à qui ? » ou « à quoi ?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deux compléments dans une même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pourquoi cette distinction sert.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complément direct suit le verbe sans préposition. L'indirect en a 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Ibrahim visite un logement » — rien entre le verbe et le complément : c'est direct. « Leyla téléphone à son frère » — la préposition « à » : c'est indirect.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questions, deux compléments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COMPLÉMENT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004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9321" y="1975104"/>
            <a:ext cx="51502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direct (CD)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1004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? quoi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9321" y="2395728"/>
            <a:ext cx="515022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visite quoi ? un logement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indirect (CI)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1004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qui ? à quoi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9321" y="2935224"/>
            <a:ext cx="515022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Leyla téléphone à qui ? à son frère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023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question se pose au verbe : « visite quoi ? », « téléphone à qui ? ». La réponse est le complément.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Pourquoi cette distinction 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pronom n'est pas le même : « je le vois » (direct) et « je lui parle » (indirect). C'est la règle du module 6, et elle repose sur celle-ci.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CI n'a pas toujours « à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parle de mon logement », « je compte sur elle », « je pense à toi ». Toute préposition rend le complément indirect.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Une phrase peut avoir les deux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Ginette montre le sous-sol aux locataires. » Le sous-sol est direct, les locataires sont indirects.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Certains verbes exigent une préposition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téléphone à quelqu'un, on parle à quelqu'un, on répond à quelqu'un. La préposition fait partie du verbe : elle s'apprend avec 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complément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Posez la question au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visite un logement lumineux.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Leyla téléphone à son frère.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fournit la peinture.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pense à son déménagement.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boulanger reçoit une livraison de farine.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complément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visite un logement lumineux.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CD : un logement lumineux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Leyla téléphone à son frère.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 : à son frère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fournit la peinture.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CD : la peinture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pense à son déménagement.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 : à son déménagement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boulanger reçoit une livraison de farine.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CD : une livraison de farine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compléments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Trouvez le CD, puis le 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montre le sous-sol aux nouveaux locataires.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explique son horaire de soir à la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Leyla offre un ventilateur à son frère.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concierge remet les clés au nouveau locataire.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compléments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montre le sous-sol aux nouveaux locataires.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CD : le sous-sol · CI : aux nouveaux locataires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explique son horaire de soir à la propriétaire.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CD : son horaire de soir · CI : à la propriétaire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Leyla offre un ventilateur à son frère.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CD : un ventilateur · CI : à son frère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concierge remet les clés au nouveau locataire.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CD : les clés · CI : au nouveau locataire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PRÉPOSITION CONTRACTÉE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aux locataires » n'a pas de préposition.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aux » est la contraction de « à les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Au », « aux », « du », « des » sont des prépositions contractées avec un déterminant. « Aux locataires » veut dire « à les locataires » : il y a bien une préposition, donc c'est un complément indirect.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LA QUESTION MAL POSÉE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Ibrahim visite qui ? —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Ibrahim visite quoi ? — un logement.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faut poser les deux questions : « qui ? » pour une personne, « quoi ? » pour une chose. Si aucune des deux ne donne de réponse, il n'y a pas de complément direct — et il faut essayer « à qui ? » ou « à quoi ?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CD, CI, ou les deux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Combien de compléments dans la phrase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signe le bail.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pense à son déménagement.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Ginette remet les clés à Ibrahim.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Leyla répond à sa mère.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propriétaire fournit la peinture aux locataires.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CD, CI, ou les deux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signe le bail.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Ibrahim pense à son déménagement.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Ginette remet les clés à Ibrahim.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CD et un 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Leyla répond à sa mère.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propriétaire fournit la peinture aux locataires.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CD et un CI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CD devient le, la, les. Le CI devient lui, leur.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signe le bail.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Leyla téléphone à son frère.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fournit la peinture.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propriétaire répond aux locataires.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explique son horaire à la propriétaire.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signe le bail.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Ibrahim le signe.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Leyla téléphone à son frère.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Leyla lui téléphone.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 fournit la peinture.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Ginette la fournit.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propriétaire répond aux locataires.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propriétaire leur répond.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Ibrahim explique son horaire à la propriétaire.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Ibrahim lui explique son horaire.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un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un CD, une avec un CI, une avec les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CD une fois et le CI deux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