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Rendre les billets de A3 : chacun a déjà écrit six questions. On va les mettre à l'épreuve.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informations obtenues : neuf, pour quatre questions. Chaque réponse en contient plus d'une.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Sans la première phrase, Ginette aurait répondu « non, ça va » et Ibrahim n'aurait rien appris.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réponses courtes. Faire répondre cahier fermé : le dialogue est court et l'information est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inverse et difficile. Faire remarquer que la forme de la réponse donne le type de question : oui/non, ou mot interrogatif.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réflexe du module 4. Le signaler : c'est le même geste, dans une autre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questions vagues en questions chiffrées. C'est l'exercice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questions précises appellent une réponse qu'on peut noter. Les vagues,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haute, avec le contexte. La différence de ton est frappante : la question devient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serviront directement en B4, dans le jeu de rôle de la visite.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questions de la visite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Ibrahim pose quatre questions en dix minutes, et chacune lui rapporte une information qu'il n'aurait pas eue autrement. C'est ce qui distingue une visite d'une promenade.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l'information donnée en réponse à une question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reconstruire la question à partir de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précise plutôt qu'une question générale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sa situation avant de poser sa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d'Ibrahim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loyer, il est de combien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890 $, et ce qui est inclus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qu'on entend la boulangerie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camion de cinq heures, et la cour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Et si je voulais repeindre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77647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peinture fournie, et les animaux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(implicite) Quand est-ce libre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31596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1er septembre, bail de douze mois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situation, puis posez votre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travaille de soir et je dors le matin. Est-ce qu'on entend beaucoup la boulangerie ? » La première phrase permet à Ginette de répondre précisément — sur le camion, et sur la cour.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Ibrahim paiera-t-il de loyer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compris dans le loyer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trouve la buanderie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le bruit du matin l'inquiète-t-il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animal la propriétaire accepte-t-elle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peut-il réfléchir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Ibrahim paiera-t-il de loyer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890 $ par mois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compris dans le loyer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chauffage et l'eau chaude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trouve la buanderie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sous-sol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le bruit du matin l'inquiète-t-il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qu'il travaille de soir et dort le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animal la propriétaire accepte-t-elle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chat ; les chiens sont refusés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peut-il réfléchir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doit rappeler avant vendredi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Inventez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réponse est donnée. Quelle était la question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Oui, elle est comprise dans le loyer.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Non, seulement les chats.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sous-sol, juste à côté du local à vélos.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partir du 1er septembre, à midi.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Inventez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Oui, elle est comprise dans le loyer.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l'eau chaude est comprise dans le loyer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Non, seulement les chats.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les chiens sont acceptés dans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sous-sol, juste à côté du local à vélos.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se trouve la buanderie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partir du 1er septembre, à midi.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partir de quand puis-je emménager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mieux poser sa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Expliquez d'abord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soir. » Une phrase de contexte, et la réponse devient dix fois plus utile.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Demandez un chiffre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passe combien de fois par semaine ? » plutôt que « c'est bruyant ? ». Un chiffre ne se discute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Demandez à 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Est-ce que je peux voir la buanderie ? » Ce qu'on voit vaut mieux que ce qu'on nous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Reformulez la réponse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Donc le chauffage est inclus, mais pas l'électricité, c'est bien ça ? » Trente secondes qui évitent un malentendu de douze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QUESTION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bruyant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camion de farine passe combien de fois par semaine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bruyant ? » appelle un « non » automatique : personne ne dit que son logement est bruyant. Une question chiffrée oblige à une réponse vérifiable — et Ginette répond « trois matins par semaine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Demandez un chiffre ou un fait vérifiable.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bruyant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cher, l'électricité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isolé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proche de tout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bruyant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camion passe combien de fois par semaine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cher, l'électricité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 coûtait l'électricité en janvier dernier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isolé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Quand les fenêtres ont-elles été changées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proche de tout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L'arrêt d'autobus est à combien de minutes à pied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d'explication avant chaque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un ascenseur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 acceptés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cour est clôturée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dors le jour parce que je travaille de nuit. Est-ce qu'on entend la rue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un ascenseur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 mère habite avec nous et elle monte mal les escaliers. Y a-t-il un ascenseur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chats sont acceptés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un vieux chat très tranquille. Est-ce que les chats sont acceptés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cour est clôturée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deux jeunes enfants. Est-ce que la cour est clôturée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avec leur phrase de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explique votre situation, puis la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questions doivent être précises : un chiffre, une date, un 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