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8. Écrire au tableau : QU'EST-CE QUI COMPTE POUR MOI ? C'est la question du module, et elle n'a pas la même réponse pour deux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Les réponses varient énormément selon la situation de chacun : c'est exactement le sujet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Notation propre au Québec, absente de toutes les méthodes. Faire calculer trois exemples au tableau : 2 ½, 3 ½, 5 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clé du module : ce qui compte dépend de la vie qu'on mène, pas d'une liste générale.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remarquer qu'Ibrahim dit tout de suite pourquoi il cherche : cela donne un contexte à la propriétaire.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informations en une réplique : le prix, ce qui est inclus, ce qui ne l'est pas, et deux services. Les faire compter.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Ibrahim explique sa situation AVANT de poser sa question. C'est ce qui permet à Ginette de répondre précisément. Le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trois informations données sans être demandées : la peinture, les animaux, le délai. Une bonne propriétaire anticipe.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note : c'est le calcul que personne ne fait, et c'est celui qui compte pour choisir.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Bail » et « loyer » sont les deux mots du module. Faire vérifier la prononciation : « bail » rime avec « travail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Chauffé et éclairé » est une expression figée des annonces. Elle se retient en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 faux sur sept : c'est voulu. Faire chercher, pour chacun, la phrase exacte qui le contredit.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Préparer la séance A3, où l'on établira la liste complète des choses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trois priorités serviront en C3 et en E1 : chacun choisira un logement selon ses propres critères, pas selon une liste générale.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visite de la rue Galt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Ibrahim déménage à Sherbrooke pour un poste de préposé. Il visite un 4 ½ au-dessus d'une boulangerie. Il travaille de soir et dort le matin : une seule question compte vraiment.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visite de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compris dans le loyer et ce qui ne l'est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« 4 ½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questions qu'un locataire doit poser.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visitez un logement. Qu'est-ce que vous regardez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trois choses comptent le plus pour 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demandez au propriétaire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ne voit pas pendant une visite de dix minutes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décideriez sur place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VEUT DIRE « 4 ½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chiffre compte les pièces fermées. Le demi, c'est la salle de bain.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chambres, un salon, une cuisine : quatre pièces. Plus la salle de bain, qui ne compte que pour une demie. Un 3 ½ a donc une chambre, un 5 ½ en a trois.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d'Ibrahim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Pourquoi il déménage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commence un poste de préposé au centre hospitalier le mois prochain. Il cherche donc assez vite.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qui compte le plus pour lui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travaille de soir et dort le matin. Le bruit du matin est sa vraie question, avant même le prix.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qu'on lui montre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4 ½ au deuxième étage, au-dessus d'une boulangerie de la rue Galt. Libre le 1er septembre.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Qui lui fait visiter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Ginette, la propriétaire. Elle répond franchement, y compris sur ce qui dérange.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 répondu à votre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1445" y="2322576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madame Ginette. J'ai répondu à votre annonce pour le 4 ½ au-dessus de la boulangerie. Je commence un poste de préposé au centre hospitalier le mois prochain, alors je cherche assez vite.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4887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1445" y="3747515"/>
            <a:ext cx="86546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Entrez, entrez. Le logement est au deuxième étage. Il se libère le 1er septembre et le bail dure douze mois.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loyer, il est de combien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87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1445" y="1901952"/>
            <a:ext cx="86546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loyer, il est de combien exactement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1445" y="2651252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cent quatre-vingt-dix dollars par mois. Le chauffage et l'eau chaude sont inclus ; l'électricité est à votre charge. La buanderie est au sous-sol et vous avez une place de stationnement dans la ruelle.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qu'on entend la boulangerie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87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1445" y="1901952"/>
            <a:ext cx="86546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travaille de soir et je dors le matin. Est-ce qu'on entend beaucoup la boulangerie d'en bas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1445" y="2989072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vous cacherai rien : le camion de farine arrive vers cinq heures, trois matins par semaine. Par contre, la chambre donne sur la cour, jamais sur la rue.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si je voulais repeindre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87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1445" y="1901952"/>
            <a:ext cx="86546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si je voulais repeindre le salon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1445" y="2651252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Aucun problème, je fournis la peinture. Les chats sont acceptés, mais pas les chiens. Prenez le temps de réfléchir et rappelez-moi avant vendredi.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inclus et ce qui ne l'est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COMPRIS DANS LE LOYER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LA CHARGE DU LOCATAIRE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chauffage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l'électricité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l'eau chaude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l'assurance habitation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buanderie commune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laveuse et la sécheuse (à pièces)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place de stationnement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déneigement de sa place, parfois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88289"/>
          </a:xfrm>
          <a:prstGeom prst="roundRect">
            <a:avLst>
              <a:gd name="adj" fmla="val 18559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31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Un loyer de 890 $ avec le chauffage inclus n'est pas comparable à un loyer de 850 $ sans chauffage.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contrat et les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1381" y="212140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de location signé entre le locataire et le propriétaire.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loyer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1381" y="2778252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somme versée chaque mois pour habiter un logement.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1381" y="3435096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loue un logement et qui y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propriétaire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1381" y="4091939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à qui appartient le logement loué.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l'état des lieux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1381" y="4748784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description du logement au début du bail.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emménager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1381" y="540562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S'installer dans un nouveau logement.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 lui-même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 et éclairé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8709" y="212140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insonorisé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8709" y="2778252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Protégé contre le bruit de la rue ou des voisins.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lumineux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8709" y="3435096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reçoit beaucoup de lumière du jour.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8709" y="4091939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électroménagers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8709" y="4748784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gros appareils : réfrigérateur, cuisinière, laveuse.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8709" y="540562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d'une ville, avec ses commerces et ses services.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 emménager le 1er septembre.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aux frais du locataire.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devra acheter la peinture s'il repeint.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chambre donne sur la rue Galt.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camion vient livrer de la farine très tôt le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se trouve au premier étage.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pourrait adopter un chien.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 emménager le 1er septembre.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aux frais du locataire.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inclus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devra acheter la peinture s'il repeint.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Ginette la fournit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chambre donne sur la rue Galt.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sur la cour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camion vient livrer de la farine très tôt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se trouve au premier étage.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deuxième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pourrait adopter un chien.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chats seulement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VISITE SANS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visitez, vous regardez, vous partez.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expliquez votre situation, puis vous posez vos questions.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visite dure dix minutes. Ce qu'on ne demande pas, on ne le saura pas — et on le découvrira après avoir signé. Ibrahim explique qu'il dort le matin, et c'est ce qui lui vaut une réponse précise sur le bruit.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les trois choses qui comptent le plus pour vous dans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seulement, par ordre d'importance.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Expliquez la première en une phrase : pourquoi celle-là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