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phrases répétitives au tableau — « Ibrahim a visité un logement. Le logement est au deuxième » — et demander ce qui gêne. Le groupe le sentira.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transformations au tableau : un devient ce, une devient cette, des devient ces. C'est toute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le plus fin de la séance. Faire souligner l'expansion dans la première colonne : elle disparaît dans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ouvre sur une compétence plus fine. La montrer sans l'exiger : elle vient avec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que l'expansion n'est pas répétée. C'est le seul point à corriger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items, trois déterminants différents. Faire remarquer la régularité.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différence de fluidité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plus que grammaticale. Le sens change complètement, et c'est ce qu'il faut faire sentir.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« cet » devant une voyelle. Le signaler : c'est la même logique que « mon » devant une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trois choses : le déterminant a changé, le nom est repris, l'expansion n'est pas répétée.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déterminant et la non-répétition de l'expansion.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a visité un 4 ½. Ce 4 ½ lui plaît beaucoup. » Le même nom, un autre déterminant : c'est ainsi qu'un texte avance sans se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nom en changeant son déterminant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passer de un, une, des à ce, cette, 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répéter l'expansion du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deux phrases qui s'enchaînent.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reprend le nom en changeant seulement le déterminant.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4 ½ » devient « ce 4 ½ ». « une place » devient « cette place ». « des fenêtres » devient « ces fenêtres ». Le nom ne change pas ; le déterminant, oui.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déterminants qui changent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4 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fenêtres neuves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 fenêtres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camion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Remarquez : l'expansion — « de stationnement », « neuves », « de farine » — ne se répète pas dans la reprise.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ce, cette, 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Ces déterminants disent « celui dont je viens de parler ». Ils font le lien entre les deux phrases : sans eux, on ne saurait pas qu'il s'agit du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L'expansion ne se répète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Une place de stationnement dans la ruelle » devient « cette place ». Répéter « de stationnement dans la ruelle » alourdirait la phrase pour rien.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On peut aussi changer de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 4 ½ » peut devenir « ce logement » ou « cet appartement ». Le nom change, et c'est encore mieux : le texte se répète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déterminant possessif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Ibrahim a signé un bail. Son bail commence le 1er septembre. » « Son » fait le même travail que « ce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Changez le déterminant, gardez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4 ½ lui plaît beaucoup.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Cette place est réservée au locataire du deuxième.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Ces fenêtres arrêtent bien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camion recule dans la ruelle vers cinq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 commence le 1er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peinture couvre bien le vert olive.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rideaux bloquent la lumière du matin.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RÉPÉTITION 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Ibrahim a visité un 4 ½ au-dessus d'une boulangerie. Ce 4 ½ au-dessus d'une boulangerie lui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L'expansion a déjà été dite : la répéter alourdit la phrase sans rien ajouter. Le déterminant « ce » suffit à dire de quel logement on parle. C'est justement son rôle.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DÉTERMINANT INCHANGÉ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a visité un 4 ½. Un 4 ½ lui plaît beaucoup.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Garder « un » laisse croire qu'il s'agit d'un autre logement, quelconque. « Ce » dit qu'il s'agit du même, celui dont on vient de parler. Le déterminant porte à lui seul le lien entre les deux phrases.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 appartement — devant une voyelle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annonce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deuxième reprend un nom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visité un 3 ½ rue Sherbrooke. Ce logement est très clair.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signé un bail de douze mois. Ce bail se termine en août.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voisins habitent au-dessus. Ces voisins sont très tranquilles.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propriétaire m'a fait visiter. Cette propriétaire est très franche.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paires qui s'enchaînent.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chaque paire, la deuxième phrase reprend un nom de la première.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déterminant qui a changé.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