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« Est-ce que le bail commence le 1er septembre ? » et « Le bail commence-t-il le 1er septembre ? ». Demander laquelle on écrirait dans un courriel.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formule au tableau : NOM + verbe + trait d'union + PRONOM. Elle vaut pour tous les exercices.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le genre et le nombre du nom avant de choisir le pronom. C'est mécanique.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mot savant est « t euphonique ». Ne pas l'employer : dire simplement que c'est un t de liaison.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remet la construction à sa place : c'est d'abord une compétence de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le nom repris dans chaque question. Il est toujours au début, avant le verbe.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les deux items avec un t : ouvre et situe se terminent par e. C'est le critère.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version fautive à voix haute : le groupe entendra lui-même que ça ne fonctionne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classer six verbes selon leur dernière lettre. La règle devient visible en deux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items, deux avec le t. Faire nommer la dernière lettre du verbe à voix haute avant chaque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questions sont celles qu'on écrit dans un courriel à une propriétaire. Les faire copier dans le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 pronom et le t. Rendre avant B4 : ces questions seront posées à voix haute dans le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bail commence-t-il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bail commence-t-il le 1er septembre ? » Le nom reste devant, un pronom le reprend après le verbe. C'est la question polie de l'écrit — et celle qu'on lit dans tous les formulaires.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Comment est le logement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une question avec un pronom de reprise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il, elle, ils et elles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ajouter le t quand le verbe se termine par e ou a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cette construction à la lecture.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nom reste devant le verbe, un pronom le reprend après, avec un trait d'union.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bail commence-t-il ? » Le groupe sujet « le bail » ne bouge pas ; « il » le reprend juste après le verbe. C'est une construction de l'écrit soigné et des formulaires.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pronom reprend le nom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49437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1975104"/>
            <a:ext cx="1432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805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REPREND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bail commence-t-il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2395728"/>
            <a:ext cx="1432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805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buanderie est-elle au sous-sol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935224"/>
            <a:ext cx="1432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805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buanderie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chats sont-ils acceptés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7" y="3474720"/>
            <a:ext cx="1432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805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chats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fenêtres donnent-elles sur la cour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7" y="4014215"/>
            <a:ext cx="1432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805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fenêtres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pronom s'accorde en genre et en nombre avec le nom qu'il reprend — comme un adjectif.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T QUI S'AJOUTE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le verbe se termine par e ou a, on insère un t entre deux traits d'union.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La boulangerie ouvre-t-elle à cinq heures ? » « Le camion arrive-t-il avant six heures ? » Sans ce t, deux voyelles se heurteraient. Il ne veut rien dire : il sert seulement à séparer.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Trois façons de poser la même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Est-ce que le bail commence… ? » à l'oral. « Le bail commence-t-il… ? » à l'écrit. « Le bail commence le 1er septembre ? » entre proches.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t seulement après e ou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Commence-t-il, arrive-t-il, ouvre-t-elle. Mais : commencent-ils (déjà un t), sont-ils, ont-ils.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Les traits d'union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 traits d'union quand il y a un t : arrive-t-il. Un seul quand il n'y en a pas : sont-ils.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Où on la rencontre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Dans les formulaires, les baux, les lettres officielles. On la lit beaucoup plus qu'on ne la produit — et il faut la comprendre.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pronom reprend le nom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Genre et nombre du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commence-t-il le 1er septembre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chats sont-ils acceptés dans l'immeuble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buanderie est-elle au sous-sol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fenêtres de la chambre donnent-elles sur la cour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de farine arrive-t-il avant six heures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Ginette fournit-elle la peinture du salon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pronom reprend le nom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commence-t-il le 1er septembre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— le bail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chats sont-ils acceptés dans l'immeuble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ils — les chats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buanderie est-elle au sous-sol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— la buanderie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fenêtres de la chambre donnent-elles sur la cour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elles — les fenêtres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de farine arrive-t-il avant six heures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— le camion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Ginette fournit-elle la peinture du salon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— Ginette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Regardez le nom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loyer comprend-___ le chauffage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boulangerie ouvre-t-___ à cinq heures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voisins entendent-___ le camion de farine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places de stationnement sont-___ déneigées l'hiver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logement se situe-t-___ au deuxième étage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loyer comprend-___ le chauffage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boulangerie ouvre-t-___ à cinq heures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voisins entendent-___ le camion de farine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places de stationnement sont-___ déneigées l'hiver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logement se situe-t-___ au deuxième étage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T MANQUANT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boulangerie ouvre-elle à cinq heures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boulangerie ouvre-t-elle à cinq heures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Ouvre » se termine par e, « elle » commence par une voyelle : sans le t, les deux se heurtent et le mot devient impossible à dire. Le t ne veut rien dire : il sépare, comme le « n' » de « je n'ai pas 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T EN TROP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chats sont-t-ils acceptés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chats sont-ils acceptés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Sont » se termine déjà par un t : il n'y a rien à ajouter. Le t supplémentaire ne s'insère qu'après un e ou un a. Vérifiez la dernière lettre du verbe avant d'écrire.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Avec ou sans 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Regardez la dernière lettre du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bail commence___il le 1er septembre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chats sont___ils acceptés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propriétaire fournit___elle la peinture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camion arrive___il tôt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voisins ont___ils déjà déménagé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Avec ou sans 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bail commence___il le 1er septembre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-t-il — commence finit par 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chats sont___ils acceptés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-ils — sont finit déjà par 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propriétaire fournit___elle la peinture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-elle — fournit finit par 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camion arrive___il tôt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-t-il — arrive finit par 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voisins ont___ils déjà déménagé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-ils — ont finit par 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« est-ce que » vers le pronom de reprise.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bail dure douze mois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les électroménagers sont fournis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cour est clôturée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les places sont déneigées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bail dure douze mois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bail dure-t-il douze mois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les électroménagers sont fournis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électroménagers sont-ils fournis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cour est clôturée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cour est-elle clôturée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les places sont déneigées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places sont-elles déneigées 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questions avec un pronom de reprise.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il, une avec elle, une avec ils, une avec elles.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moins une doit avoir un t entre deux traits d'union.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Comment est le logement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