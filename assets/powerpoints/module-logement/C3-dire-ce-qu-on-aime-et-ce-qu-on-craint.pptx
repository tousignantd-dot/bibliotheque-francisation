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Rendre les billets de C1 et C2 : chacun a sa liste et ses phrases emphatiques. Disposer la classe en dyades.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structure au tableau. C'est le plan du jeu de rôle et il tient en une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plus difficile et la plus utile. Beaucoup de gens ne savent pas ce qui les décide avant de le dire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quatre à voix haute, debout. La construction est plus facile à l'oral qu'à l'écrit : le signaler pour encourager.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varier les verbes : craindre, inquiéter, déranger, ennuyer. Ils ne disent pas la même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classer trois inquiétudes réelles du groupe selon ces quatre verbes. La discussion est instructive.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les phrases de l'exercice précédent en vérifiant le verbe. Plusieurs seront trop 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important : nommer un problème est ce qui permet de le régler. C'est vrai bien au-delà du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proposer les solutions par le groupe avant d'afficher. Elles seront souvent meilleures que celles-ci.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vérifier une seule chose : la construction emphatique est-elle employée ? C'est le critère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billet prépare directement E1, où chacun choisira une annonce et écrira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C3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ce qu'on aime et ce qu'on craint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trois visites, tous les logements se ressemblent. Les dire à voix haute à quelqu'un est la seule façon de savoir ce qu'on en pense vraiment.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Comment est le logement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qui plaît et ce qui inquiète dans un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construction emphatique à l'oral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au problème d'un autre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une décision et la justifier.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CINQ PHRASES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qui plaisent · deux qui inquiètent · une décision.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conversation d'Ibrahim et Leyla, ramenée à son squelette. Six phrases suffisent pour faire le tour d'un logement, et pour que l'autre puisse vous aider.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façons de le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plaît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qui m'a plu, c'est la chambre : elle donne sur la cour. » La chose, puis la raison en deux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inquiète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que je crains, c'est le camion de farine. » Un seul mot d'inquiétude, sans exagérer.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changerait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que je changerais, c'est la couleur des murs. » Cela dit que le reste convient.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décide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Ce qui me décide, c'est le prix. » Une seule chose décide vraiment : nommez-la.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qui plaît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chose, puis la raison en deux mots.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chambre donne sur la cour.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cuisine reçoit le soleil le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loyer comprend le chauffage.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L'arrêt d'autobus est à deux minutes.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qui plaît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chambre donne sur la cour.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 m'a plu, c'est la chambre : elle donne sur la cour.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cuisine reçoit le soleil le matin.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 m'a plu, c'est la cuisine : elle est très claire.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loyer comprend le chauffage.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 m'a plu, c'est le prix : le chauffage est inclus.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380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020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L'arrêt d'autobus est à deux minutes.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 m'a plu, c'est l'emplacement : l'autobus passe tout près.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qui inquiète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Sans exagérer, et sans minimiser.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camion de farine arrive à cinq heures.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n'y a pas d'ascenseur et le logement est au troisième.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électroménagers ne sont pas fournis.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bail se termine le 30 juin.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qui inquiète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camion de farine arrive à cinq heures.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que je crains, c'est le camion de farine, trois matins par semaine.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n'y a pas d'ascenseur et le logement est au troisième.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qui m'inquiète, c'est l'escalier : je suis au troisième.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électroménagers ne sont pas fournis.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qui me dérange, c'est qu'il faut acheter les électroménagers.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bail se termine le 30 juin.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Ce qui m'ennuie, c'est le 1er juillet : tout le monde déménage ce jour-là.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verbes, quatre 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m'ennuie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inconvénient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me dérange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vrai inconvénient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qui m'inquiète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doute sérieux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ce que je crains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vraie crainte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Choisir le bon verbe évite deux erreurs : dramatiser un détail, ou minimiser un vrai problème.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L'EXAGÉRATION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que je crains, c'est la couleur des murs.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qui m'ennuie, c'est la couleur des murs.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Craindre » est un verbe fort : il annonce un vrai problème. L'employer pour une couleur de peinture fait perdre sa force à toutes vos autres phrases. Gardez les verbes forts pour ce qui compte.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SILENCE SUR L'INQUIÉTUDE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 est parfait, je le prends.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Ce qui m'inquiète, c'est l'escalier. Mais le reste me convient.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Ne rien dire de ce qui inquiète empêche l'autre de vous aider. Leyla propose des rideaux parce qu'Ibrahim a nommé le camion. Sans cette phrase, il n'aurait rien obtenu.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Proposez une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l'inquiétude de votre partenaire.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que je crains, c'est le bruit de la rue.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qui m'inquiète, c'est l'escalier au troisième.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qui me dérange, c'est qu'il faut acheter les électroménagers.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781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421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qui m'ennuie, c'est la couleur des murs. 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Proposez une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que je crains, c'est le bruit de la rue.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Mets des rideaux épais, ou demande une chambre sur la cour.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qui m'inquiète, c'est l'escalier au troisième.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Demande s'il y a un ascenseur dans un autre immeuble du propriétaire.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qui me dérange, c'est qu'il faut acheter les électroménagers.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Regarde les électroménagers d'occasion, ou négocie le premier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781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421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Ce qui m'ennuie, c'est la couleur des murs.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Demande si le propriétaire fournit la peinture.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la conversation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raconte sa visite, l'autre écoute et propose.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racontez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partenaire propose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décidez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justifiez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qui vous déciderait à prendre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 : « Ce qui me déciderait, c'est…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une phrase avec « parce que » pour l'expliquer.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Comment est le logement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