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 orale. Rendre les billets de A3 et B1 : chacun a déjà ses questions. Disposer la classe en dyades.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répartition au tableau. C'est le plan du jeu de rôle et il tient en une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un conseil important. Beaucoup de gens signent sous pression : le dire clairement.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copier ces six questions dans le cahier. Elles servent telles quelles, sans adaptation.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 d'écriture. Chacun ajoute une phrase de contexte devant deux de ses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 par personne. Circuler et vérifier une seule chose : les six questions sont-elles posées ? C'est le critère.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important pour des personnes qui cherchent vite et sous pression. Le dire sans dramatiser.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ajouter cette étape au jeu de rôle : relire sa liste avant de conclure.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reformulation fait un calcul. C'est la plus utile : elle vérifie qu'on a compris la durée réelle.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Après trois visites, on ne se souvient plus de rien. Ces quatre lignes permettent de comparer — et c'est le sujet du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questions oubliées disent exactement ce qui manque dans la préparation. En faire une liste collective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B4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Jeu de rôle : la visite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Dix minutes, une propriétaire pressée, un logement à évaluer et six questions à poser. C'est la situation la plus courante du module — et elle se prépare.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six questions pendant une visite de dix minutes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sa situation avant de poser sa question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réponses pour vérifier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conclure la visite sans s'engager tout de suite.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DES DIX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questions sur le logement · deux sur les coûts · une sur la vie quotidienne.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questions suffisent, et elles couvrent tout ce qui compte. Les poser prend quatre minutes ; le reste sert à regarder et à reformuler.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MODÈLE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se déroule une visite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Vous vous présentez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Bonjour, j'ai répondu à votre annonce. » Et vous dites en une phrase pourquoi vous cherchez : cela donne un contexte.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Vous écoutez d'abord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propriétaire présente le logement. Beaucoup de vos questions y trouveront leur réponse : ne les posez pas deux fois.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Vous posez ce qui manque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Avec le contexte devant chaque question : « Je dors le matin. Est-ce qu'on entend la rue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Vous concluez sans vous engager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vous rappelle avant vendredi. » On ne signe jamais sur place, même si le logement plaît.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questions, six réponses possibles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61460"/>
          </a:xfrm>
          <a:prstGeom prst="roundRect">
            <a:avLst>
              <a:gd name="adj" fmla="val 36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11759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VOTRE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9742" y="1975104"/>
            <a:ext cx="5769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VOUS NOTEZ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117598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loyer comprend quoi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9742" y="2395728"/>
            <a:ext cx="5769809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chauffage, eau chaude, stationnement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4117598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Quand est-ce libre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9742" y="2918460"/>
            <a:ext cx="5769809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date, et la durée du bail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4117598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Est-ce qu'on entend la rue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9742" y="3441192"/>
            <a:ext cx="5769809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qui fait du bruit, et quand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4117598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Les électroménagers restent-ils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9742" y="3963924"/>
            <a:ext cx="5769809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oui ou non, et lesquels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6436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771644"/>
            <a:ext cx="4117598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Les animaux sont-ils acceptés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9742" y="4771644"/>
            <a:ext cx="5769809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lesquels, et sous quelles conditions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51663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294376"/>
            <a:ext cx="4117598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Qui déneige l'entrée 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9742" y="5294376"/>
            <a:ext cx="5769809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propriétaire, ou le locataire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Préparez vos six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sur le logement, deux sur les coûts, une sur le quotidien.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Question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Question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Question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Question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Question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Question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la visite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fait visiter, l'autre pose ses questions.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vous présentez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propriétaire présente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posez vos six questions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reformulez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concluez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LA SIGNATURE SUR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logement me plaît, je signe tout de suite.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vous rappelle avant vendredi.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propriétaire peut dire « j'ai d'autres visites cet après-midi ». C'est souvent vrai, et ce n'est pas une raison de signer sans réfléchir. Un bail engage pour douze mois : deux jours de réflexion ne sont pas de trop.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LA QUESTION OUBLIÉE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sortez et vous vous rappelez trois questions.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relisez votre liste avant de partir.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Trente secondes de relecture avant de quitter le logement valent mieux qu'un appel gêné le lendemain. Sortez votre papier : personne ne trouvera cela étrange, et la propriétaire y verra quelqu'un de sérieux.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Reformulez la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Vérifiez que vous avez bien compris.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 chauffage et l'eau chaude sont inclus, l'électricité est à votre charge.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 camion arrive vers cinq heures, trois matins par semaine.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Les chats sont acceptés, mais pas les chiens.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781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421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 bail dure douze mois à partir du 1er septembre.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Reformulez la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 chauffage et l'eau chaude sont inclus, l'électricité est à votre charge.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Donc je paie seulement l'électricité, c'est bien ça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 camion arrive vers cinq heures, trois matins par semaine.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Donc trois matins sur sept, vers cinq heures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Les chats sont acceptés, mais pas les chiens.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Donc je peux avoir un chat, mais pas de chien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781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421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 bail dure douze mois à partir du 1er septembre.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Donc jusqu'au 31 août prochain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Notez après la visite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lignes, dans l'auto ou dans l'autobus.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loyer et ce qui est inclus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a plu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inquiète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devez encore vérifier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le jeu de rôle : quelle question avez-vous oubliée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seule, celle qui vous est revenue après.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Écrivez-la comme vous la poseriez la prochaine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