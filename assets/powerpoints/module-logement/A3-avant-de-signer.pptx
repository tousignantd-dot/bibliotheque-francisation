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préparation pratique. Écrire au tableau : CE QUI SE VOIT, CE QUI SE DEMANDE. C'est la structure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sujets se préparent à la maison, avant même de se déplacer. Beaucoup d'entre eux se vérifient sur une carte.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six-là exigent d'être sur place, ou de poser la question à la propriétaire. Ce sont ceux qu'on oublie.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la liste dans le cahier, en deux colonnes. C'est un outil à garder longtemps après le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nommer le sujet avant de le lire. Les phrases sont concrètes : c'est ce qui rend l'exercice facile.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Douze sujets en tout. Les faire cocher au fur et à mesure : le groupe verra la liste se compléter.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questions sont celles que personne ne pose et que tout le monde regrette. Les faire copier.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pratique important, surtout au Québec où l'écart entre les saisons est extrême.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culturel utile : au Québec, poser des questions pendant une visite est attendu, pas mal vu.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cinquième item est double : on voit l'état, on demande la date. C'est souvent le 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Quinze minutes. Ramasser : cette liste sera reprise en B4, dans le jeu de rôle de la visite.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ces trois-là qui comptent. Les relever et en faire une liste collective au tableau.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A3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Avant de signer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Douze choses à vérifier, dont la moitié ne se voit pas pendant une visite de dix minutes. Celles-là, il faut les demander — et pour les demander, il faut savoir qu'elles existent.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connaître les douze sujets à vérifier avant de signer un bail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qui se voit de ce qui se demande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une phrase entendue au sujet dont elle relève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préparer sa liste de questions avant une visite.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 · 1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se prépare avant la visite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178808"/>
          </a:xfrm>
          <a:prstGeom prst="roundRect">
            <a:avLst>
              <a:gd name="adj" fmla="val 350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084966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37110" y="1975104"/>
            <a:ext cx="680244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 À POSER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08496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durée du bail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37110" y="2395728"/>
            <a:ext cx="680244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bail dure combien de temps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08496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quartier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7110" y="2935224"/>
            <a:ext cx="680244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Y a-t-il des commerces et des familles autour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08496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la luminosité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37110" y="3474720"/>
            <a:ext cx="680244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salon reçoit-il le soleil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08496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nombre de pièces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7110" y="4014215"/>
            <a:ext cx="680244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Combien de chambres fermées 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084966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étages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37110" y="4553712"/>
            <a:ext cx="680244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quel étage, et y a-t-il un ascenseur 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08496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services à proximité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7110" y="5093207"/>
            <a:ext cx="680244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L'arrêt d'autobus est-il loin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 · 2 DE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se vérifie sur place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28784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SUJET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30583" y="1975104"/>
            <a:ext cx="7008967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QUESTION À POSER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l'insonorisation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0583" y="2395728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qu'on entend la rue ou les voisins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 stationnement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0583" y="2935224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Où est-ce que je laisse mon auto la nuit 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animaux permis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30583" y="3474720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les chats sont acceptés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l'état des lieux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30583" y="4014215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fenêtres ont-elles été changées 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inclusions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30583" y="4553712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cuisinière et le réfrigérateur restent-ils 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2878439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coûts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30583" y="5093207"/>
            <a:ext cx="7008967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je recevrai une facture d'électricité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LA RÈGLE DE LA VISITE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vos questions avant de partir. Sur place, on oublie.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Dix minutes de visite, une propriétaire qui parle, un logement à regarder : personne ne se souvient de ses douze questions. Une liste sur papier ou dans le téléphone change tout.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quoi parle-t-on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la phrase au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dors le matin, après mon quart de soir.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 sœur vient souvent : il me faudrait une deuxième chambre.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recevrai une facture d'Hydro chaque deux mois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contrat court jusqu'au 31 août prochain.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faudra monter le divan jusqu'en haut de l'escalier.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laisse mon auto où, la nuit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 quoi parle-t-on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dors le matin, après mon quart de soir.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l'insonorisation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Ma sœur vient souvent : il me faudrait une deuxième chambre.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nombre de pièces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recevrai une facture d'Hydro chaque deux mois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coûts d'électricité et de chauffage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contrat court jusqu'au 31 août prochain.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durée du bail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faudra monter le divan jusqu'en haut de l'escalier.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étages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laisse mon auto où, la nuit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stationnement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autres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la phrase au sujet.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des familles et des commerces dans les environs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cuisinière et le réfrigérateur restent-ils dans le logement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salon reçoit-il le soleil en fin de journée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pharmacie et l'arrêt d'autobus sont-ils loin d'ici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J'aimerais adopter un chat cet automne.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fenêtres ont-elles été changées récemment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autres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Y a-t-il des familles et des commerces dans les environs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quartier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cuisinière et le réfrigérateur restent-ils dans le logement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inclusions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salon reçoit-il le soleil en fin de journée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luminosité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pharmacie et l'arrêt d'autobus sont-ils loin d'ici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services à proximité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J'aimerais adopter un chat cet automne.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animaux permis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fenêtres ont-elles été changées récemment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l'état des lieux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Quatre choses qu'on ne voit pas en dix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bruit du matin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visite se fait le jour, quand tout est calme. Le camion de farine de cinq heures ne se devine pas. Il faut demander.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froid en janvier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logement visité en juin peut être glacial en hiver. Demandez le montant des factures d'électricité de l'année précédente.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Les voisins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Personne ne les voit pendant la visite. Demandez qui habite au-dessus et en dessous, et depuis combien de temps.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1D6B8F"/>
                </a:solidFill>
                <a:latin typeface="Verdana"/>
              </a:rPr>
              <a:t>Le déneigement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Qui déneige l'entrée, l'escalier, la place de stationnement ? La réponse n'est presque jamais dans l'annonce.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LA VISITE EN ÉTÉ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Le logement est parfait, je le prends.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Demandez les factures d'électricité de l'hiver dernier.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logement visité en juin ne montre rien de l'hiver : ni le froid, ni les fenêtres qui laissent passer l'air, ni le coût du chauffage. Les factures de l'année précédente sont la seule preuve, et on a le droit de les demander.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DE LA QUESTION NON POSÉE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n'ose pas demander, ça fait méfiant.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Une bonne propriétaire préfère répondre avant qu'après.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Poser des questions n'est pas de la méfiance : c'est ce que fait toute personne qui s'engage pour douze mois. Ginette répond franchement sur le camion de farine — parce qu'elle préfère un locataire informé à un locataire déçu.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 voit ou se demande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Pendant une visite de dix minutes.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luminosité du salon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bruit du camion de farine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nombre de chambres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coût de l'électricité en janvier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L'état des fenêtres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Qui déneige l'entrée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Se voit ou se demande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luminosité du salon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 voit — si on visite de jour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bruit du camion de farine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 demande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nombre de chambres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 voit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coût de l'électricité en janvier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 demande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L'état des fenêtres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 voit et se demande — quand ont-elles été changées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Qui déneige l'entrée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se demande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votre liste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Six questions à poser lors de votre prochaine visite.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sur le logement lui-même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sur les coûts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sur le bruit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sur la vie quotidienne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trois questions que vous ne poseriez pas spontanément.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Celles auxquelles vous n'auriez pas pensé avant cette séance.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Écrivez-les comme vous les diriez à une propriétaire.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A3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