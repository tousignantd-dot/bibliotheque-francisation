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préparation pratique. Écrire au tableau : CE QUI SE VOIT, CE QUI SE DEMANDE. C'est la structure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sujets se préparent à la maison, avant même de se déplacer. Beaucoup d'entre eux se vérifient sur une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six-là exigent d'être sur place, ou de poser la question à la propriétaire. Ce sont ceux qu'on 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liste dans le cahier, en deux colonnes. C'est un outil à garder longtemps après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sujet avant de le lire. Les phrases sont concrètes : c'est ce qui rend l'exercice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Douze sujets en tout. Les faire cocher au fur et à mesure : le groupe verra la liste se compléter.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questions sont celles que personne ne pose et que tout le monde regrette. Les faire 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pratique important, surtout au Québec où l'écart entre les saisons est extrême.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utile : au Québec, poser des questions pendant une visite est attendu, pas mal 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item est double : on voit l'état, on demande la date. C'est souvent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Ramasser : cette liste sera reprise en B4, dans le jeu de rôle de la visite.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ces trois-là qui comptent. Les relever et en faire une liste collective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de signer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Douze choses à vérifier, dont la moitié ne se voit pas pendant une visite de dix minutes. Celles-là, il faut les demander — et pour les demander, il faut savoir qu'elles existent.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douze sujets à vérifier avant de signer un bail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voit de ce qui se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phrase entendue au sujet dont elle relève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sa liste de questions avant une visite.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prépare avant la visite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0849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7110" y="1975104"/>
            <a:ext cx="68024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durée du bail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7110" y="2395728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bail dure combien de temps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quartier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7110" y="2935224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 a-t-il des commerces et des familles autour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luminosité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7110" y="3474720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salon reçoit-il le soleil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nombre de pièces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7110" y="4014215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chambres fermées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étages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7110" y="4553712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quel étage, et y a-t-il un ascenseur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0849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services à proximité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7110" y="5093207"/>
            <a:ext cx="680244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L'arrêt d'autobus est-il loin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vérifie sur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7008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l'insonorisation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0583" y="239572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qu'on entend la rue ou les voisins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stationnement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583" y="2935224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est-ce que je laisse mon auto la nuit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animaux permis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583" y="3474720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les chats sont acceptés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l'état des lieux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4014215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fenêtres ont-elles été changées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inclusions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0583" y="4553712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cuisinière et le réfrigérateur restent-ils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coûts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0583" y="5093207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recevrai une facture d'électricité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LA VISITE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vos questions avant de partir. Sur place, on oublie.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 minutes de visite, une propriétaire qui parle, un logement à regarder : personne ne se souvient de ses douze questions. Une liste sur papier ou dans le téléphone change tout.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la phrase au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dors le matin, après mon quart de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sœur vient souvent : il me faudrait une deuxième chambre.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recevrai une facture d'Hydro chaque deux mois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court jusqu'au 31 août prochain.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 monter le divan jusqu'en haut de l'escalier.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laisse mon auto où, la nuit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dors le matin, après mon quart de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l'insonorisation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sœur vient souvent : il me faudrait une deuxième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nombre de pièces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recevrai une facture d'Hydro chaque deux mois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coûts d'électricité et de chauffage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court jusqu'au 31 août prochain.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durée du bail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 monter le divan jusqu'en haut de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étages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laisse mon auto où, la nuit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stationnement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autres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la phrase au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des familles et des commerces dans les environs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cuisinière et le réfrigérateur restent-ils dans le logement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salon reçoit-il le soleil en fin de journée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et l'arrêt d'autobus sont-ils loin d'ici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adopter un chat cet automne.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ont-elles été changées récemment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autres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des familles et des commerces dans les environs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quartier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cuisinière et le réfrigérateur restent-ils dans le logement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inclusions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salon reçoit-il le soleil en fin de journée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luminosité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et l'arrêt d'autobus sont-ils loin d'ici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services à proximité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adopter un chat cet automne.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animaux permis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ont-elles été changées récemment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l'état des lieux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Quatre choses qu'on ne voit pas en dix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bruit du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visite se fait le jour, quand tout est calme. Le camion de farine de cinq heures ne se devine pas. Il faut demander.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froid en janvier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logement visité en juin peut être glacial en hiver. Demandez le montant des factures d'électricité de l'année précédente.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voisins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Personne ne les voit pendant la visite. Demandez qui habite au-dessus et en dessous, et depuis combien de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déneigement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Qui déneige l'entrée, l'escalier, la place de stationnement ? La réponse n'est presque jamais dans l'annonce.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VISITE EN ÉTÉ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logement est parfait, je le prends.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Demandez les factures d'électricité de l'hiver dernier.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logement visité en juin ne montre rien de l'hiver : ni le froid, ni les fenêtres qui laissent passer l'air, ni le coût du chauffage. Les factures de l'année précédente sont la seule preuve, et on a le droit de les demander.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QUESTION NON 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n'ose pas demander, ça fait méfiant.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bonne propriétaire préfère répondre avant qu'après.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Poser des questions n'est pas de la méfiance : c'est ce que fait toute personne qui s'engage pour douze mois. Ginette répond franchement sur le camion de farine — parce qu'elle préfère un locataire informé à un locataire déçu.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voit ou se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Pendant une visite de dix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luminosité du salon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du camion de farine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chambres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coût de l'électricité en janvier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L'état des fenêtres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déneige l'entrée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voit ou se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luminosité du salon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voit — si on visite de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du camion de farine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demande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chambres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voit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coût de l'électricité en janvier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L'état des fenêtres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voit et se demande — quand ont-elles été changées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déneige l'entrée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demande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questions à poser lors de votre prochaine visite.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sur le logement lui-même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sur les coûts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sur le bruit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sur la vie quotidienne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ne poseriez pas spontanément.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Celles auxquelles vous n'auriez pas pensé avant cette séance.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diriez à une propriétaire.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