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3. C'est la synthèse du module : ce qui compte dépend de qui cherche. Le dire d'entrée.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La dernière question est la plus formatrice : nommer à qui cela ne convient pas précise à qui cela convient.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deviner la colonne de droite avant de l'afficher. Le groupe y arrivera presque toujours.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 du défi. Faire classer trois exigences du groupe en besoins et préférences : la discussion est utile.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l'exercice avec les images du module. Cette diapo sert de correction et de trace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relever, dans chaque citation, les mots qui donnent le besoin : « pas d'auto », « impossible », « je dors le jour », « deux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besoins expliquent pourquoi la visite compte autant que l'annonce.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à chacun ses deux vrais besoins. La plupart en écriront cinq d'abord, puis couperont.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cinquième item se discute : on peut donner son chien. Laisser le groupe argumenter — c'est justement la limite entre besoin et préférence.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4 ½ convient à deux profils, pour des raisons différentes. Le faire remarquer : un logement peut convenir à plusieurs vies.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quatre lignes serviront en E1, où chacun choisira une annonce selon ses propres critères.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D1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Quatre personnes, quatre besoins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étudiante sans auto, une famille avec des jumeaux, un travailleur de nuit, deux colocataires qui cuisinent. Quatre vies, et aucun logement ne convient aux quatre.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Comment est le logement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déduire les besoins d'une personne de sa situation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un logement à une personne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justifier une recommandation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besoin d'une préférence.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qui ce logement conviendrait-il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tudio-etudian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personnes peuvent y vivre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manque, et pour qui est-ce un problème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serait l'avantage principal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le déconseilleriez-vous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logements, quatre profils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005072"/>
          </a:xfrm>
          <a:prstGeom prst="roundRect">
            <a:avLst>
              <a:gd name="adj" fmla="val 36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43241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LOGEMENT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6268" y="1975104"/>
            <a:ext cx="556328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QUI IL CONVIENT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43241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studio meublé avec cuisinette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76268" y="2395728"/>
            <a:ext cx="556328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étudiante seule, petit budget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43241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une entrée de plain-pied, sans marche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76268" y="3236976"/>
            <a:ext cx="556328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famille avec une poussette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43241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une chambre tranquille, chien accepté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6268" y="4078224"/>
            <a:ext cx="556328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travailleur de nuit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791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919472"/>
            <a:ext cx="43241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une grande cuisine avec longue 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76268" y="4919472"/>
            <a:ext cx="556328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colocataires qui reçoivent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RÈGLE DU DÉFI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besoin n'est pas une préférence.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famille avec une poussette a BESOIN d'une entrée sans marches : sans cela, elle ne peut pas entrer. Les colocataires PRÉFÈRENT une grande cuisine : ils peuvent vivre sans. Le besoin passe avant.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qui convient ce logement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Associez le logement et la personne.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petit studio meublé, avec une cuisinette dans la même pièce.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512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152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entrée de plain-pied, sans aucune marche.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702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3342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chambre tranquille avec de gros rideaux, et un chien accepté.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grande cuisine avec une longue 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qui convient ce logement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petit studio meublé, avec une cuisinette dans la même pièce.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une étudiante seule qui cherche un petit loyer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512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152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entrée de plain-pied, sans aucune marche.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une famille avec une poussette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702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3342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chambre tranquille avec de gros rideaux, et un chien accepté.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 travailleur de nuit qui a un chien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grande cuisine avec une longue table.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deux colocataires qui cuisinent et reçoivent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Quels sont leurs besoins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Déduisez de la situation.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Je suis étudiante au cégep et je n'ai pas d'auto. Je veux quelque chose de petit et de pas cher, près de l'autobus.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Nous venons d'avoir des jumeaux et ma mère habite avec nous. Monter un escalier avec la poussette, c'est impossible.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Je travaille de nuit à l'usine et je dors le jour. J'ai un vieux chien tranquille.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Nous sommes deux colocataires. On cuisine beaucoup et on reçoit des amis presque chaque fin de semaine.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Quels sont leurs besoins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Je suis étudiante au cégep et je n'ai pas d'auto. Je veux quelque chose de petit et de pas cher, près de l'autobus.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un 2 ½ ou 3 ½ abordable, près d'un arrêt et du cégep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Nous venons d'avoir des jumeaux et ma mère habite avec nous. Monter un escalier avec la poussette, c'est impossible.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un grand logement au rez-de-chaussée, près d'une garderie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Je travaille de nuit à l'usine et je dors le jour. J'ai un vieux chien tranquille.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un logement calme et bien insonorisé, où les chiens sont acceptés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Nous sommes deux colocataires. On cuisine beaucoup et on reçoit des amis presque chaque fin de semaine.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un 4 ½ avec deux chambres fermées et une grande cuisine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Quatre besoins que l'annonce ne nomme jamais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L'accessibilité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entrée sans marches, un ascenseur, une porte assez large. Les annonces disent « rez-de-chaussée », rarement « accessible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calme réel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annonce dit « quartier tranquille », jamais « le camion passe à cinq heures ». Il faut le demander.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proximité utile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Près de quoi, exactement ? D'un arrêt d'autobus, d'une garderie, d'une épicerie ? « Bien situé » ne veut rien dire.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possibilité de recevoir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grande cuisine, une table, des voisins tolérants. Cela ne s'écrit jamais, et cela se voit pendant la visite.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BESOIN CONFONDU AVEC LA PRÉFÉRENCE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besoin d'une grande cuisine.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 i="0">
                <a:solidFill>
                  <a:srgbClr val="17181A"/>
                </a:solidFill>
                <a:latin typeface="Verdana"/>
              </a:rPr>
              <a:t>Je préfère une grande cuisine, mais j'ai besoin d'un logement au rez-de-chaussée.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Quand tout devient un besoin, on ne trouve rien. Séparez ce sans quoi vous ne pouvez pas vivre de ce qui vous ferait plaisir. Deux ou trois vrais besoins suffisent à orienter une recherche.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Besoin ou préférence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Peut-on vivre sans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entrée sans marches, avec une poussette et une mère âgée.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grande cuisine pour recevoir des amis.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logement près de l'autobus, sans auto.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murs d'une autre couleur.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logement où les chiens sont acceptés, avec un chien.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Besoin ou préférence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entrée sans marches, avec une poussette et une mère âgée.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besoin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grande cuisine pour recevoir des amis.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préférence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logement près de l'autobus, sans auto.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besoin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murs d'une autre couleur.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préférence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logement où les chiens sont acceptés, avec un chien.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besoin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Recommandez un logement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des trois annonces de la séance A4, avec la raison.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l'étudiante sans auto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la famille avec des jumeaux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le travailleur de nuit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les deux colocataires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Recommandez un logement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l'étudiante sans auto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3 ½ à 780 $ — le moins cher, chauffé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la famille avec des jumeaux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5 ½ — trois chambres, école et parc à cinq minutes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le travailleur de nuit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4 ½ — la chambre donne sur la cour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les deux colocataires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4 ½ — deux chambres fermées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vos deux vrais besoins et vos deux préférences.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de chaque, pas plus.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besoin, c'est ce sans quoi vous ne pouvez pas vivre dans ce logement.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Comment est le logement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