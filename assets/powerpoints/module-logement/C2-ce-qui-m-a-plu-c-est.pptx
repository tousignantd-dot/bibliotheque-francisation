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les faire dire à voix haute. Demander laquelle sonne comme une vraie conversation. Le groupe choisira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mettent en évidence un nom ; les deux dernières ouvrent la phrase sur ce qu'on va dire. Le sens est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avant chaque choix. C'est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du module 4 fonctionne encore : après « qui », un verbe ; après « que », un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grammaire à l'usage du module. C'est la construction du défi 2, et elle sert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L'élément est toujours juste après « c'est ». Faire souligner : le motif est constant.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qui fait l'action à voix haute avant chaque réponse. Sans cela,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parce que « me plaire » paraît passif. Faire chercher le sujet du verbe : c'est la chambre.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pause s'entend, et la virgule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la virgule dans les quatre premières. Elle manque presque toujours à la première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à partir des billets de C1 : chacun a déjà sa liste de ce qui plaît et de ce qui inquiète.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entre qui et que, puis la virgule. Rendre avant C3, où ces phrases seront dites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m'a plu, c'est…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ou « ce qui m'a plu, c'est la chambre » ? La seconde met la chambre en vedette — et c'est ainsi qu'on dit ce qui compte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évidence avec c'est… qui ou c'est…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qui…, c'est… » et « ce que…, c'est…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que…, c'est… » pour une personne ou une chose précise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plaît et ce qui inquiète.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76285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1004" y="2395728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1004" y="2935224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camion de farine que je crains.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qui…, c'est…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1004" y="3474720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que…, c'est…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4014215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« QUI » ET «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si l'élément fait l'action. « Que » dans tous les autres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Ginette qui fournit » — Ginette fournit, elle fait l'action. « C'est le camion que je crains » — le camion ne craint rien, c'est moi qui crains. Le test est le même qu'au module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CE QUI » ET « CE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Même règle : « ce qui » fait l'action, « ce que » la subit.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 qui m'a plu » — quelque chose m'a plu, cette chose fait l'action. « Ce que je changerais » — je changerais quelque chose, c'est moi qui agis. Regardez ce qui suit : un verbe, ou un sujet.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Celui que », « celle que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une personne ou une chose déjà nommée : « Celui que je crains, c'est le camion. » « Celle que je préfère, c'est la chambre.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 sont » au pluriel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sont les voisins qui font du bruit. » À l'oral on entend souvent « c'est » ; à l'écrit, « ce sont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qui m'a plu, c'est la chambre. » Une virgule sépare les deux moitiés. Elle marque la pause qu'on fait en parlant.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Pourquoi c'est utile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on compare deux logements, cette construction dit tout de suite ce qui compte : « Ce qui me décide, c'est le prix.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qui suit « c'est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chambre sur la cour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camion de farine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couleur des murs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fenêtre de la cuisine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Ginette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signature du bail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L'élément fait-il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Ginette fournit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crains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la chambre m'a plu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changerais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les voisins font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CE QUE » À LA PLACE DE « CE QUI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que m'a plu,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: c'est la chambre qui fait l'action de plaire. Donc « ce qui ». Le test : après « qui », un verbe ; après « que », un sujet. Ici, « m'a plu » est un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VIRGULE OUBLIÉE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virgule marque la pause qu'on fait naturellement en parlant. Sans elle, la phrase se lit d'un trait et l'effet de mise en évidence disparaît. Elle est obligatoire dans cette construction.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l'élément souligné en évidence.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qui m'a plu, c'est la chambre.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Ginette qui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changerais, c'est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sont les voisins qui font du bruit.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emphatiques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m'a plu, c'est la lumière du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crains, c'est le bruit de la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changerais, c'est la couleur de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me décide, c'est le prix.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emphatiques sur votre logement actuel ou souhaité.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ce qui », une avec « ce que », une avec « c'est… qui », une avec « celui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la virgule.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