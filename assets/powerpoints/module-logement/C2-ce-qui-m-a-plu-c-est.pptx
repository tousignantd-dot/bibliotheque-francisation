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au tableau et les faire dire à voix haute. Demander laquelle sonne comme une vraie conversation. Le groupe choisira la seconde.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premières mettent en évidence un nom ; les deux dernières ouvrent la phrase sur ce qu'on va dire. Le sens est proche.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poser la question « qui fait l'action ? » avant chaque choix. C'est mécanique et 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repère du module 4 fonctionne encore : après « qui », un verbe ; après « que », un sujet.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relie la grammaire à l'usage du module. C'est la construction du défi 2, et elle sert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L'élément est toujours juste après « c'est ». Faire souligner : le motif est constant.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qui fait l'action à voix haute avant chaque réponse. Sans cela, l'exercice devient un jeu de hasard.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parce que « me plaire » paraît passif. Faire chercher le sujet du verbe : c'est la chambre.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versions à voix haute. La pause s'entend, et la virgule la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la virgule dans les quatre premières. Elle manque presque toujours à la première rédaction.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à partir des billets de C1 : chacun a déjà sa liste de ce qui plaît et de ce qui inquiète.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 choix entre qui et que, puis la virgule. Rendre avant C3, où ces phrases seront dites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Ce qui m'a plu, c'est…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chambre m'a plu » ou « ce qui m'a plu, c'est la chambre » ? La seconde met la chambre en vedette — et c'est ainsi qu'on dit ce qui compte vraiment.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un élément en évidence avec c'est… qui ou c'est… 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ce qui…, c'est… » et « ce que…, c'est…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celui que…, c'est… » pour une personne ou une chose précise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qui plaît et ce qui inquiète.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constructions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2588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CONSTRUCTION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1004" y="1975104"/>
            <a:ext cx="762854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C'est… qui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1004" y="2395728"/>
            <a:ext cx="762854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Ginette qui fournit la peinture.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C'est… 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1004" y="2935224"/>
            <a:ext cx="762854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le camion de farine que je crains.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qui…, c'est…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1004" y="3474720"/>
            <a:ext cx="762854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m'a plu, c'est la chambre.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225886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que…, c'est…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1004" y="4014215"/>
            <a:ext cx="762854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que je changerais, c'est la couleur des murs.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DE « QUI » ET « QUE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Qui » si l'élément fait l'action. « Que » dans tous les autres cas.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C'est Ginette qui fournit » — Ginette fournit, elle fait l'action. « C'est le camion que je crains » — le camion ne craint rien, c'est moi qui crains. Le test est le même qu'au module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CE QUI » ET « CE QUE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Même règle : « ce qui » fait l'action, « ce que » la subit.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Ce qui m'a plu » — quelque chose m'a plu, cette chose fait l'action. « Ce que je changerais » — je changerais quelque chose, c'est moi qui agis. Regardez ce qui suit : un verbe, ou un sujet.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Celui que », « celle que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Pour une personne ou une chose déjà nommée : « Celui que je crains, c'est le camion. » « Celle que je préfère, c'est la chambre.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« Ce sont » au pluriel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Ce sont les voisins qui font du bruit. » À l'oral on entend souvent « c'est » ; à l'écrit, « ce sont 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La virgule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Ce qui m'a plu, c'est la chambre. » Une virgule sépare les deux moitiés. Elle marque la pause qu'on fait en parlant.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B45309"/>
                </a:solidFill>
                <a:latin typeface="Verdana"/>
              </a:rPr>
              <a:t>Pourquoi c'est utile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Quand on compare deux logements, cette construction dit tout de suite ce qui compte : « Ce qui me décide, c'est le prix.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élément est mis en évidence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Ce qui suit « c'est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m'a plu, c'est la chambre sur la cour.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Celui que je crains, c'est le camion de farine.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je changerais, c'est la couleur des murs.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Celle que Leyla a remarquée, c'est la fenêtre de la cuisine.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Ginette qui fournit la peinture.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presse le plus, c'est la signature du bail.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élément est mis en évidence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m'a plu, c'est la chambre sur la cour.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chambre sur la cour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Celui que je crains, c'est le camion de farine.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camion de farine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je changerais, c'est la couleur des murs.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couleur des murs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Celle que Leyla a remarquée, c'est la fenêtre de la cuisine.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fenêtre de la cuisine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Ginette qui fournit la peinture.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Ginette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presse le plus, c'est la signature du bail.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signature du bail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L'élément fait-il l'action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Ginette ___ fournit la peinture.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camion ___ je crains.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___ m'a plu, c'est la chambre.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___ je changerais, c'est la couleur.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voisins ___ font du bruit.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ou que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Ginette ___ fournit la peinture.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— Ginette fournit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le camion ___ je crains.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 — je crains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___ m'a plu, c'est la chambre.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— la chambre m'a plu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___ je changerais, c'est la couleur.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que — je changerais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sont les voisins ___ font du bruit.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qui — les voisins font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« CE QUE » À LA PLACE DE « CE QUI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que m'a plu, c'est la chambre.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qui m'a plu, c'est la chambre.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chambre m'a plu » : c'est la chambre qui fait l'action de plaire. Donc « ce qui ». Le test : après « qui », un verbe ; après « que », un sujet. Ici, « m'a plu » est un verbe.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VIRGULE OUBLIÉE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qui m'a plu c'est la chambre.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qui m'a plu, c'est la chambre.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virgule marque la pause qu'on fait naturellement en parlant. Sans elle, la phrase se lit d'un trait et l'effet de mise en évidence disparaît. Elle est obligatoire dans cette construction.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Mettez l'élément souligné en évidence.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chambre m'a plu.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crains le camion de farine.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fournit la peinture.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changerais la couleur des murs.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voisins font du bruit.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Transformez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chambre m'a plu.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qui m'a plu, c'est la chambre.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crains le camion de farine.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que je crains, c'est le camion de farine.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Ginette fournit la peinture.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C'est Ginette qui fournit la peinture.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changerais la couleur des murs.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que je changerais, c'est la couleur des murs.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voisins font du bruit.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Ce sont les voisins qui font du bruit.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ce qui compte pour 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phrases emphatiques sur un logement.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plaît le plus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inquiète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changeriez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décide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ce qui compte pour 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plaît le plus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qui m'a plu, c'est la lumière du salon.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inquiète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que je crains, c'est le bruit de la rue.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que vous changeriez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que je changerais, c'est la couleur de la cuisine.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vous décide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qui me décide, c'est le prix.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emphatiques sur votre logement actuel ou souhaité.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ce qui », une avec « ce que », une avec « c'est… qui », une avec « celui que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N'oubliez pas la virgule.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