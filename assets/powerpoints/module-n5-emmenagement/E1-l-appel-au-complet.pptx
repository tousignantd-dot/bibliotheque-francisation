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production. Elle se fait aux postes : le jeu de rôle avec l'assistant d'abord, la production orale ensuite. Prévoir des écouteurs.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pendant tout le jeu de rôle. Les élèves cochent au fur et à mesure — c'est la grille d'autoévaluation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sujets que l'élève doit aller chercher lui-même : l'assistant ne les donne jamais spontanément.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ces cinq phrases au tableau pendant l'activité. Les élèves y reviennent quand ils bloquent.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avant de commencer, sinon plusieurs attendent que l'information vienne. Un premier appel raté est une bonne leçon : le refaire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appels d'élèves jusqu'au bout et compter combien répètent la date. Le résultat est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rôle est le plus formateur : expliquer un tarif demande des phrases reliées, ce que le programme vise au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temps 2 réemploie le passé composé et l'imparfait de D2 ; le temps 4, l'acte de parole de la même séance. Le dire aux élèves : ils entendent mieux leur progrès quand on le nomme.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vaut plus que la correction quand elle est écrite tout de suite après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au complet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avez la situation ; l'autre a les tarifs. À vous d'aller les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de déménagement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couvrir les sept sujets sans en oublier 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les deux rôles : demander et expliquer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présenter à voix haute à une nouvelle voisine.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SEPT SUJETS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situation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date et les adresses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jour, l'heure, d'où on part, où on 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L'étage et l'escalier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ou sans ascenseur, escalier intérieur ou non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y a de gros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piano, un congélateur, un divan qui ne passe pas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situations au choix : le 3 ½ du deuxième, le 4 ½ avec un piano, le camion sans chauffeur.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SEPT SUJETS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L'argent, et la vérification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tarif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surtout ce qui s'ajoute au tarif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couvre la base, ce que coûte la protection complète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dépôt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combien, et jusqu'à quand on peut annuler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répétition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redire la date et l'heure avant de raccrocher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VOUS AVEZ APPRIS, ET QUI DOIT RESSORTIR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choses à replacer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question qui rapporte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y a autre chose qui s'ajoute au tarif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pronoms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? Je le réserve aujourd'hui. Des boîtes, j'en ai quinze.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prépositions de temps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libre à partir du premier juillet.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durée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tout monté en quatre heures, la dernière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vérification finale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Donc le premier juillet, huit heures, cent dollars de dépôt. C'est bien ça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L'ASSISTANT NE DONNE RIEN AVANT QU'ON LE LUI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tarifs sont de son côté. La question est du vôtre.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voulu : dans un vrai appel, personne ne récite ses suppléments. Un appel où l'élève ne pose aucune question se termine sans qu'il connaisse le prix réel.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RACCROCHER SANS RÉPÉTER LA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Bon, parfait, merci, au revoir.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Donc le premier juillet, huit heures, au 340 avenue Royale. C'est bien ça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dernière chose de l'appel et la première qu'on oublie. Une date mal comprise, c'est un camion qui arrive un autre jour — et le premier juillet, il n'y a pas de deuxième chance.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rôles, l'un après l'autre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 par élève : d'abord la personne qui déménage, puis la répartitrice.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Rôle 1 · la personne qui déménage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Rôle 2 · la répartitrice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Situation A · le 3 ½ du deuxième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Situation B · le 4 ½ avec un piano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Situation C · le camion sans chauffeur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lendemain, dans l'escalier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minute d'enregistrement, en quatre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1 · se présenter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2 · s'excuser en racontant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3 · demander comment ça fonctionne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736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376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4 · répondre à l'invitation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858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498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Puis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Enfin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qu'est-ce que vous referiez autrement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que vous avez oubliée dans l'appel.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que vous avez cherchée trop longtemps.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