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prononciation. Le local doit être silencieux : ces deux sons se distinguent mal si le groupe parle en même temps. Prévoir un miroir de poche, ou faire travailler par deux, face à 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geste soi-même, en exagérant. Demander au groupe de le refaire en silence avant de produire le 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ligne des finales en -ment est celle qui corrige le plus d'erreurs d'un coup : appartement, déménagement, seulement, justement.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la série : appartement, déménagement, seulement, justement, également. Cinq mots, trois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faire le test à tout le groupe en même temps, en silence. C'est l'exercice le plus efficace de la séance, et il dure deux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nasalisent « bonne » et « personne ». Faire opposer les paires : bon/bonne, an/année, ton/tonne.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exactement les huit mots de l'exercice prPhon du module. Les faire d'abord ici à l'oral : les élèves arriveront à l'écran en terrain connu.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passer tout le monde. Corriger d'un geste des lèvres plutôt que d'un mot : c'est plus rapide et moins gênant.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billet fait chercher hors du vocabulaire du module, ce qui est le but : le son doit sortir de la situation.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Déménagement ou camion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voyelles qui sortent par le nez, et une seule chose qui les sépare : les lèvres.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Emménager dans un nouveau logement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le son « an » et le son « on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produire les deux sons en contrôlant ses lèvres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8922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9745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an, am, en, em comme le son « an », et on, om comme le son « on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 le nez se ferme devant un n ou un m double.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CE SONT LES LÈVRES QUI DÉCIDENT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Lèvres immobiles : le son « an ». Lèvres arrondies et avancées : le son « on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L'air sort par le nez dans les deux cas — ce n'est donc pas le nez qui fait la différence, contrairement à ce que les élèves croient presque tous.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LES DEUX SONS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écrit, ce qu'on entend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322576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an · am · en · 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son « an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appartement · chambre · quarante · pendant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· 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son « on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camion · salon · plafond · maison · nom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70831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62686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finales en -ment se disent toujours « an », jamais « in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DIRE « APPARTEMIN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appartemin, un déménagemin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appartement, un déménagement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finale -ment se prononce « man », bouche ouverte. C'est l'erreur la plus fréquente à ce niveau, et elle s'entend beaucoup parce que ces mots reviennent sans arrêt dans la situation.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TEST DU DOIGT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vérification qu'on peut faire seul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Un doigt devant la bouche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Dites « déménagement » : les lèvres ne bougent presque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 même doigt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Dites « camion » : les lèvres avancent et touchent le doigt.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Si rien ne bouge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avez dit le son « an » deux fois. Recommencez en exagérant l'arrondi.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Devant un miroir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seule fois suffit : ensuite, le doigt remplace le miroir.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UN N OU UN M DOUBLE, ET LE NEZ SE FERME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bon / bonne · an / année · homme, personne, bonne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Dès qu'un n ou un m est suivi d'une voyelle, la voyelle d'avant redevient ordinaire. C'est pourquoi « an » et « année » ne se ressemblent pas à l'oreille.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L'enseignante dit le mot ; le groupe lève une main pour le son « an », deux pour le son « on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déménagement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camion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appartement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salon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chambre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plafond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quarante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maison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déménagement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son « an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camion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son « on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appartement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son « an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salon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son « on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chambre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son « an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plafond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son « on 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quarante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son « an 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maison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son « on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sons dans la même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Chacun lit une phrase à voix haute. Le groupe corrige les lèvres, pas le sens.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camion du déménagement arrive à huit heures.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appartement a un grand salon.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une tache au plafond de la chambre.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Quarante centimètres, dans le coin du salon.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Pendant que nous montions, mon garçon dormait.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maison est grande, l'appartement est petit.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sons dans la même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camion du déménagement arrive à huit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« on » puis « an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 appartement a un grand salon.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« an » puis « on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une tache au plafond de la chambre.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« on » puis « an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Quarante centimètres, dans le coin du salon.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« an » puis « on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Pendant que nous montions, mon garçon dormait.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« an » puis « on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maison est grande, l'appartement est petit.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« on » puis « an 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Trouvez trois mots de votre quotidien avec le son de « camion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objet, un lieu, une personne : le salon, un bonbon, mon garçon.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Dites-les à voix haute en vérifiant vos lèvres avec un doigt.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Emménager dans un nouveau logement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