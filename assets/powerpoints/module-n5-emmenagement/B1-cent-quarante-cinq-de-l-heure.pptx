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Demander qui a déjà appelé une compagnie de déménagement, et combien ça a coûté. L'écart entre les réponses est le sujet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deux colonnes au tableau : ce qu'elle demande, ce que je demande. La deuxième colonne est presque toujours vide au départ — c'est le point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Amadou donne les deux adresses en une seule phrase suivie. C'est le niveau attendu au 5 : plus de questions-réponses en mots isolés.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qu'Amadou donne l'escalier sans qu'on le lui demande. C'est ce qui évite une mauvaise surprise le jour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d'Amadou — « est-ce qu'il y a autre chose qui s'ajoute ? » — est la phrase la plus rentable du module. L'écrire au tableau et la faire répéter par tout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à nouveau le dialogue en comptant combien de fois Amadou répète un chiffre.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sixième ligne est celle qui piège : l'assurance de base est comprise, la protection complète est en plus. Y revenir en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préparation. Il sert directement au jeu de rôle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Cent quarante-cinq de l'heure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appel de quatre minutes décide du prix, de la date et de ce qui arrivera si un meuble est abîmé.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appel à une compagnie de déménagement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chiffres, les dates et les conditions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sa situation en quelques phrases suivies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répéter une date et une heure pour les confirmer.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appelez pour un camion. Qu'est-ce qu'on va vous demander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mion-demenag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date ? L'adresse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L'étage, et s'il y a un ascenseur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boîtes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vous, qu'est-ce que vous voulez savoir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me reste des camions le matin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745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7265" y="2322576"/>
            <a:ext cx="85688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Déménagement Cap-Rouge, bonjour.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7265" y="3071876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J'appelle pour faire déménager mes affaires le premier juillet. Est-ce qu'il vous reste de la place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7265" y="4158995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 juillet, il me reste des camions le matin seulement. Vous partez d'où et vous allez où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7265" y="5246116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pars d'un trois et demie à Beauport et je m'en vais rue des Peupliers, à Limoilou.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L'étage et l'escalier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745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7265" y="1901952"/>
            <a:ext cx="85688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à quel étage, des deux côtés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7265" y="2651252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rez-de-chaussée à Beauport, et au deuxième rue des Peupliers. Il n'y a pas d'ascenseur, et l'escalier est en dehors.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7265" y="3738371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 à savoir. Un escalier extérieur qui tourne, ça ralentit toujours un peu. Combien de boîtes, à peu près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7265" y="4825492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quinzaine de boîtes, un divan, un lit, une table et quatre chaises.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tarif, et ce qui s'ajoute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7265" y="1901952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mets deux hommes et un camion : c'est cent quarante-cinq dollars de l'heure, minimum trois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7265" y="2989072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Cent quarante-cinq de l'heure. Est-ce qu'il y a autre chose qui s'ajoute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7265" y="4076191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une heure de déplacement. C'est le temps que le camion met pour sortir du garage et pour y revenir.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7265" y="5163312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Donc, si ça prend quatre heures, je paie cinq heures. Ça fait sept cent vingt-cinq dollars.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RÉPÉTER LE CHIFFRE AVANT DE CONTINUER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Cent quarante-cinq de l'heure. » Puis la question suivante.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Répéter sert à deux choses : vérifier qu'on a bien entendu, et se donner le temps d'écrire. Au téléphone, personne ne trouve ça impoli — au contraire.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reste des camions toute la journée du premier juillet.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tarif est de 145 $ l'heure pour deux hommes et un camion.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minimum est de deux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heure de déplacement s'ajoute au total.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troisième homme coûte quarante-cinq dollars l'heure.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8003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8643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L'assurance de base coûte quarante-cinq dollars.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51560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6126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6766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67105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dépôt de 100 $ est remboursé si on annule sept jours d'avance.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reste des camions toute la journée du premier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matin seulement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tarif est de 145 $ l'heure pour deux hommes et un camion.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minimum est de deux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trois heures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heure de déplacement s'ajoute au total.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troisième homme coûte quarante-cinq dollars l'heure.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8003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8643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L'assurance de base coûte quarante-cinq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est comprise ; c'est la protection complète qui coûte 45 $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51560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6126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6766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67105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dépôt de 100 $ est remboursé si on annule sept jours d'avance.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six renseignements qu'une compagnie va vous demander.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adresses, une date, un étage, un escalier, une liste de meubles.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Préparez-les avant d'appeler : l'appel dure deux fois moins longtemps.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