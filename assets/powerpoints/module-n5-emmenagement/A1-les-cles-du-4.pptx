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Demander d'abord qui, dans le groupe, a déjà déménagé au Québec, et ce qui a été le plus difficile. Les réponses annoncent presque toujours les trois défis du module : le camion, l'adresse, les voisins.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Presque personne ne répond « j'écris ». C'est exactement le point de départ. Laisser le dialogue amener l'état des lieux plutôt que de le donner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comment on se présente entre voisins : le nom, le numéro du logement, et rien de plus. C'est le modèle de la production orale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mots à écrire au tableau : « état des lieux » et « égratignure ». Ils reviennent dans toute la séance A4.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annonce le plan du module : le camion, puis l'adresse, puis les voisins. Le dire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 les élèves ne retiennent qu'une chose de la séance, c'est celle-là.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dire, pour chacun, combien de temps ça prend. La réponse totale est d'environ trente minutes — à mettre en regard des trois ans du bail.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l'expérience en classe : demander aux élèves de repérer les marques du plancher du local. Elles apparaissent dès qu'on se baisse.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 du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 qui prépare A4. Prévoir que plusieurs élèves n'auront rien noté en entrant : le dire sans jugement, c'est le sens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clés du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bail est signé, les clés sont dans la main. Tout ce qui vient ensuite — le camion, l'adresse, les voisins — n'est écrit nulle part.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Emménager dans un nouveau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qu'on fait le jour où on reçoit les clés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qu'est un état des lieux et à quoi il sert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défauts courants d'un logement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situer le module : entre le bail signé et la vie dans l'immeuble.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entrez pour la première fois dans un logement vide. Vous regardez quoi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logement-v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planchers et les murs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fenêtres et les serrures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poêle et le réfrigérateur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écrivez quelque chose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nouveau du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5822" y="2322576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madame. Excusez-moi, je bloque l'escalier avec ma boîte.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5822" y="3071876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Prenez votre temps, je ne suis pas pressée. Vous êtes le nouveau du 4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85822" y="4158995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Amadou Sow. Monsieur Rondeau vient de me remettre les clés, il y a dix minutes.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85822" y="5246116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Thérèse Guillemette, le 3, juste en dessous de vous. Ça fait vingt-six ans que je suis dans l'immeuble.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Finissez le tour, et écrivez tout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5822" y="1901952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fait le tour du logement avec lui, avant de signer le papier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5822" y="2989072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a commencé. Il m'a montré la cuisine, la chambre, le balcon. On n'a pas fini.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5822" y="4076191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Finissez-le, et écrivez tout. C'est ça, l'état des lieux : la liste de ce qui est déjà abîmé quand vous entrez.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5822" y="5163312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une égratignure sur le plancher du salon, et la porte de l'armoire ferme mal.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premier juillet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5822" y="1901952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Notez-les. Prenez des photos aussi. Sinon, dans trois ans, ce sera vous qui aurez fait l'égratignure.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5822" y="2989072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n'y avais pas pensé. Merci, madame Guillemette.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5822" y="3738371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Appelez-moi Thérèse. Et le vrai déménagement, c'est quand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1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5822" y="4487671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premier juillet. Il faut encore que je trouve un camion.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L'ÉTAT DES LIEUX SE FAIT DANS UN LOGEMENT VIDE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fois les meubles entrés, il est trop tard : ils cachent tout.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Québec, l'état des lieux n'est pas obligatoire. C'est justement pour cela qu'il faut le faire : personne ne vous le demandera, et personne ne le fera à votre place.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QUATRE GESTES DU JOUR DES CLÉS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cet 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Faire le tour au complet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Chaque pièce, avec le propriétaire, avant d'entrer le premier meuble.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Écrire l'état des lieux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liste de ce qui est déjà abîmé. Deux signatures et une 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Prendre des photos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photo datée vaut mille explications : planchers, murs, salle de bain.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Vérifier ce qui fonctionne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Robinets, ronds du poêle, fenêtres, serrures. Ce qui ne marche pas se signale la première semaine.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CROIRE QU'UN LOGEMENT NEUF POUR SOI EST UN LOGEMENT NEUF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propre, donc il n'y a rien à noter.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propre, mais l'égratignure du salon était déjà là.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logement fraîchement nettoyé paraît sans défaut. Les marques se voient de biais, à la lumière rasante, et près des plinthes. C'est là qu'il faut regarder, pas au milieu de la pièce.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Amadou vient de recevoir les clés de monsieur Rondeau.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Thérèse habite l'immeuble depuis six mois.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Thérèse habite le logement du dessous.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Amadou a terminé le tour du logement avec le propriétaire.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une égratignure sur le plancher du salon.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déménagement d'Amadou a lieu au mois de juin.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Amadou vient de recevoir les clés de monsieur Rondeau.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Thérèse habite l'immeuble depuis six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depuis vingt-six ans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Thérèse habite le logement du dessous.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le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Amadou a terminé le tour du logement avec le propriétaire.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ils ont commencé seulement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une égratignure sur le plancher du salon.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déménagement d'Amadou a lieu au mois de juin.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le premier juillet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Dans votre logement d'aujourd'hui, nommez trois choses qui étaient déjà abîmées quand vous êtes entré.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Écrivez-les avec l'endroit : « une tache au plafond de la salle de bain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ne vous en souvenez pas, c'est déjà une réponse à la question.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Emménager dans un nouveau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