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module. Production écrite d'abord, révision du vocabulaire et autoévaluation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élèves y reviennent pendant qu'ils écrivent.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exigences sont celles affichées dans l'activité interactive. Les élèves les retrouveront à l'écran.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Sans question, pas de réponse : c'est la règle du courriel de démarche, déjà vue en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Nuance importante pour des élèves qui ont parfois été mal reçus ailleurs. Dire que la fermeté vient de la précision, pas du 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Circuler. Corriger en priorité : l'endroit du défaut, la préposition de temps, et la présence d'une vraie question. Le reste est du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Sept mots sur seize : ceux qui ne s'apprennent nulle part ailleurs. Les faire employer une dernière fois dans une phrase personnelle.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l'autoévaluation du module tout de suite après, aux postes. Les douze énoncés reprennent ces quatre blocs.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Dernier billet du module. Les lire à voix haute, sans nom, à la séance suivante : c'est la meilleure synthèse que le groupe puisse produire.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E2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courriel au propriétaire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jours après l'emménagement : confirmer l'entrée, signaler deux réparations, demander une date.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Emménager dans un nouveau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courriel de démarche complet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et situer deux défauts relevés à l'état des lieux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une préposition de temps à l'écrit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le bilan de ce qu'on sait maintenant faire.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COURRIEL RÉUNIT TOUT LE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L'état des lieux de A4, les prépositions de C3, la forme du courriel de C4.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à dix phrases. Un objet qui dit tout, votre nom et le numéro du logement, deux défauts nommés et situés, une date, une demande polie, une formule de fin.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VOTRE COURRIEL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Qui, quoi, quand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Nom, logement, date d'entrée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suis Amadou Sow, le nouveau locataire du logement 4.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Deux défauts nommés et situés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égratignure de 40 cm près de la fenêtre du salon.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préposition de temps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emménagé à partir du premier juillet.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Nommez et situez, ne racontez 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VOTRE COURRIEL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demande et la fin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322576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demande sous forme de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Pourriez-vous me dire quand la réparation pourrait se faire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Une formule de fin et un numéro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Merci de votre aide. Amadou Sow, 418 555-0142.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ÉCRIRE UNE LETTRE DE PLAINTE AU LIEU D'UN COURRIEL DE DÉMARCHE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trouve inacceptable que le logement soit dans cet état.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relevé deux choses à réparer, et je vous les signale.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propriétaire qui reçoit un reproche se défend ; un propriétaire qui reçoit une liste répare. Le ton neutre n'est pas de la faiblesse : c'est ce qui obtient la date.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votre courriel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Trente minutes. Six à dix phrases, dans le cadre de l'activité.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Objet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Ouverture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Défaut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Défaut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demande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RÉVISION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à ne pas perdre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4372523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l'état des lieux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531" y="2121408"/>
            <a:ext cx="5679475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4B4F52"/>
                </a:solidFill>
                <a:latin typeface="Verdana"/>
              </a:rPr>
              <a:t>La liste écrite de ce qui est déjà abîmé le jour de l'entrée.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538113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84417"/>
            <a:ext cx="4372523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temps de déplacement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9531" y="2684417"/>
            <a:ext cx="5679475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temps du camion pour venir et retourner, qu'on paie aussi.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10112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247426"/>
            <a:ext cx="4372523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dépôt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9531" y="3247426"/>
            <a:ext cx="5679475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L'argent versé d'avance pour garder une date.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6641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3810435"/>
            <a:ext cx="4372523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relevé de compteur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9531" y="3810435"/>
            <a:ext cx="5679475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nombre lu sur l'appareil qui mesure l'électricité.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2271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373444"/>
            <a:ext cx="4372523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réacheminement du courrier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9531" y="4373444"/>
            <a:ext cx="5679475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service qui fait suivre vos lettres.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79014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936453"/>
            <a:ext cx="4372523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bac brun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9531" y="4936453"/>
            <a:ext cx="5679475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bac des restes de table et des pelures.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" y="535315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2688" y="5499462"/>
            <a:ext cx="4372523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déneigement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9531" y="5499462"/>
            <a:ext cx="5679475" cy="3435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travail qui consiste à enlever la neige des rues.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QUE VOUS SAVEZ FAIRE MAINTENANT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de plus qu'il y a un mois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Réserver un camion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Donner votre situation, aller chercher le vrai prix, verser un dépôt.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Diriger une journée de déménagement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Dire où va chaque chose en trois mots, à l'affirmative et à la négative.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Changer votre adresse partout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Ouvrir un compte, fermer l'ancien, prévenir huit organismes, écrire le courriel.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A5335F"/>
                </a:solidFill>
                <a:latin typeface="Verdana"/>
              </a:rPr>
              <a:t>Parler à vos voisins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excuser en racontant, demander les usages, répondre à une invitation.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Une chose que vous ferez autrement à votre prochain déménagement.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appel à faire plus tôt, un papier à écrire, une question à poser.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Écrivez-la et gardez-la : c'est ce module en une phrase.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E2 · Emménager dans un nouveau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