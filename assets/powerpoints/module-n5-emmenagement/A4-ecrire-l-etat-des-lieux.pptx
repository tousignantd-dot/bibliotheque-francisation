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d'écriture du module. Elle produit un vrai document, que les élèves peuvent réutiliser tels quels chez 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Recueillir trois ou quatre formulations spontanées et les écrire au tableau. On les comparera à la règle des trois temps, à la diapositive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Comparer avec les formulations recueillies au tableau : il manque presque toujours l'endroit.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mots couvrent presque tous les défauts d'un logement ordinaire. Les faire employer chacun dans une phrase avec un endroit.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décrire l'emplacement d'un objet du local avec chacune des quatre formules. Deux minutes, et elles sont acquises.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Distinguer les deux usages de l'état des lieux : se protéger pour plus tard, et obtenir des réparations maintenant.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l'erreur la plus fréquente, et elle vient d'une bonne intention : on veut être poli avec le propriétaire. Dire que la précision n'est pas de l'impolitesse.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laboratoire de la mini-leçon prEtat. Faire écrire d'abord, corriger ensuite, en vérifiant les trois temps un par 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Terminer la séance là-dessus. C'est la raison d'être de tout ce qu'on vient de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local de classe fait un excellent terrain : il est toujours plus abîmé qu'il n'en a l'air.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A4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Écrire l'état des lieux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Nommer, situer, mesurer. Un état des lieux se lit en une minute, ou il ne se lit pas.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Emménager dans un nouveau logement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un défaut avec le mot juste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situer un défaut dans une pièce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une ligne d'état des lieux complète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qui rend le papier valable : deux signatures et une date.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écririez-vous ça sur une feuille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logement-v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mot pour la marque du plancher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dire où elle se trouve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Faut-il donner une grandeur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signe la feuille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NOMMER, SITUER, MESURER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ligne d'état des lieux fait toujours ces trois choses, dans cet ordre.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Salon : égratignure de 40 cm sur le plancher, près de la fenêtre. Nommer, c'est le mot juste. Situer, c'est la pièce et l'endroit. Mesurer, c'est la grandeur ou la hauteur.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six mots des défauts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83552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égratignure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2535" y="2121408"/>
            <a:ext cx="621647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marque longue et mince sur une surface dure.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383552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fissure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42535" y="2778252"/>
            <a:ext cx="621647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fente dans un mur ou dans un plafond.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383552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tache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2535" y="3435096"/>
            <a:ext cx="621647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marque de couleur, souvent d'humidité.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383552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brûlure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42535" y="4091939"/>
            <a:ext cx="621647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4B4F52"/>
                </a:solidFill>
                <a:latin typeface="Verdana"/>
              </a:rPr>
              <a:t>Une marque de chaleur sur un comptoir ou un plancher.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383552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trou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42535" y="4748784"/>
            <a:ext cx="621647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Une ouverture dans un mur, souvent une vis enlevée.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383552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moustiquaire déchirée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42535" y="5405628"/>
            <a:ext cx="621647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grillage de fenêtre percé ou fendu.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MOTS POUR SITUER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Sans endroit, un défaut ne se retrouve pas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près 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près de la fenêtre · près de la porte · près de la plinthe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au-dessus 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au-dessus de la douche · au-dessus du poêle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dans le coin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dans le coin gauche · dans le coin de la pièce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à droite en entrant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formule qui remplace un plan quand il n'y en a pas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CE QUI FONCTIONNE MAL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Ça se note aussi, et ça devient une demande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VOUS VOYEZ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VOUS ÉCRIVEZ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porte d'armoire résiste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Cuisine : la porte de l'armoire ferme mal.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rond du poêle reste froid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Cuisine : le rond arrière droit ne chauffe pas.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robinet goutte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Salle de bain : le robinet coule.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fenêtre ne se ferme pas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Chambre : la fenêtre ferme mal.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Ces lignes-là servent tout de suite : ce sont les réparations dues.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RACONTER AU LIEU DE NOMMER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plancher est un peu magané par endroits.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Salon : égratignure de 40 cm près de la fenêtre.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Un peu magané » ne veut plus rien dire trois ans plus tard, et ne prouve rien. Le mot juste, l'endroit et la grandeur, eux, restent lisibles par n'importe qui.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ligne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L'enseignante décrit ce qu'elle voit ; chacun écrit la ligne complète.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611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251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marque longue sur le plancher du salon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076447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979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3619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231895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marque jaune au plafond de la salle de bain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1319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1022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7423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6864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porte d'armoire qui ne ferme pas bien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01031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9805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62067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56479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trou de vis dans le mur de la chambre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8886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48589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4989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4431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moustiquaire de la fenêtre, percée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6076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617372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6237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6232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rond du poêle qui reste froid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ligne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611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251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marque longue sur le plancher du salon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Salon : égratignure de 40 cm sur le plancher, près de la fenêtre.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076447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979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3619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231895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marque jaune au plafond de la salle de bain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Salle de bain : tache jaune au plafond, au-dessus de la douche.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1319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1022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7423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6864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porte d'armoire qui ne ferme pas bien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Cuisine : la porte de l'armoire du haut ferme mal.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01031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9805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62067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56479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trou de vis dans le mur de la chambre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Chambre : trou de vis dans le mur, à 1 m du plancher.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8886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48589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4989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4431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moustiquaire de la fenêtre, percée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Chambre du fond : moustiquaire de la fenêtre déchirée.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6076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617372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6237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6232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rond du poêle qui reste froid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Cuisine : le rond arrière droit du poêle ne chauffe pas.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DEUX SIGNATURES ET UNE DATE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Sans elles, c'est une note personnelle. Avec elles, c'est une pièce.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Chacun en garde une copie. Trois ans plus tard, en partant, on ressort la liste : ce qui y était déjà n'est pas de votre faute.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lignes d'état des lieux pour la pièce où vous êtes en ce moment.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Nommez, situez, mesurez — même pour une petite marque.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Comparez avec votre voisin : avez-vous vu les mêmes choses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Emménager dans un nouveau logement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