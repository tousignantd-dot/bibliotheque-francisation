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Demander au groupe ce qu'ils ne savaient pas en arrivant dans leur immeuble. Le bac brun et le déneigement reviennent presque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Personne ne sait jamais où c'est écrit — parce que ce n'est écrit nulle part d'utile. La réponse du module : on le demande à un voisin. C'est le sujet du défi.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Amadou s'excuse en racontant : c'est le passé composé et l'imparfait de la séance D2. Les signaler ici sans les expliquer.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forme de la question : « ça fonctionne comment ? ». C'est celle qu'on emploie vraiment entre voisins, pas « pourriez-vous m'expliquer le fonctionnement de…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le vrai résultat de l'échange : une porte ouverte. C'est ce que rapporte une conversation de trois minutes dans un escalier.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justifie la production orale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moitié de l'exercice t3immeuble. Faire ajouter au groupe les usages de leur propre immeuble : ils diffèrent d'un quartier à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déneigement est celui qui coûte le plus cher quand on l'ignore : un remorquage se paie plus de cent dollars.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la deuxième ligne : Thérèse distingue un déménagement d'un party. C'est une nuance sociale, pas seulement une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devoir déclenche une vraie conversation de voisinage. C'est exactement l'intention du programme pour cette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bruit du dimanche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immeuble a des règles écrites dans le bail, et des usages qui ne sont écrits nulle part.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Emménager dans un nouveau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s'excuser du bruit en expliquant ce qui s'est passé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comment fonctionne un immeuble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usages : lavage, bacs, déneigement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ton d'un échange entre voisins.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Ce bac est devant l'immeuble. Qu'est-ce qu'on met dedans, et quel jour sort-il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ac-brun-trotto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brun, le bleu, le noir : lequel pour quoi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décide du jour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est-ce écrit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demande-t-on quand on ne sait pas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n'était pas un party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53134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5822" y="2322576"/>
            <a:ext cx="869030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Thérèse, bonjour. Je voulais m'excuser pour hier. On a fait du bruit jusqu'à neuf heures et demie.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842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03016"/>
            <a:ext cx="1453134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5822" y="3303016"/>
            <a:ext cx="869030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J'ai entendu, oui. Mais c'était un déménagement, ce n'était pas un party. Ce n'est pas pareil.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1886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283456"/>
            <a:ext cx="1453134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85822" y="4283456"/>
            <a:ext cx="869030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camion est arrivé en retard, et après, il pleuvait. On finissait de monter les boîtes pendant que mon garçon dormait dans l'auto.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9930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63895"/>
            <a:ext cx="1453134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85822" y="5263895"/>
            <a:ext cx="869030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Pauvre petit. Vous savez, quand je suis arrivée ici, en quatre-vingt-dix-huit, mon mari a échappé la laveuse dans l'escalier.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salle de lavage et les bacs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5822" y="1901952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voulais vous demander : la salle de lavage, ça fonctionne comment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5822" y="2989072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sous-sol, à droite. Deux dollars la brassée, en vingt-cinq sous. Personne ne réserve, mais on ne laisse pas son linge dedans.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5822" y="4076191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Compris. Et les poubelles ? J'ai vu un bac brun en avant.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453134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5822" y="4825492"/>
            <a:ext cx="8690305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bac brun, c'est le compost : les restes de table, les pelures. Il se ramasse le mardi matin. Le bac bleu, le recyclage, une semaine sur deux.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déneigement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5822" y="1901952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écrire ça sur le frigo. Et l'hiver, pour le stationnement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53134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5822" y="2651252"/>
            <a:ext cx="8690305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déneigement se fait tôt le matin. Quand la ville affiche l'interdiction, il faut déplacer les autos avant sept heures, sinon elles sont remorquées.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5822" y="4076191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Remorquées. D'accord, ça, je ne l'oublierai 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5822" y="4825492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allez voir, on s'habitue. Et si vous avez besoin d'une clé anglaise ou d'un tournevis, cognez chez moi.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USAGES D'UN IMMEUBLE NE SONT ÉCRITS NULLE PART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Ils s'apprennent en parlant à quelqu'un qui est là depuis longtemps.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bail donne les règles ; les usages donnent le reste : l'heure du lavage, le jour des bacs, ce qu'on fait de la neige, à quelle heure on arrête les travaux.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USAGES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lavage et les bacs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CHOSE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L'USAGE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salle de lavage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2 $ la brassée, en vingt-cinq sous ; on ne laisse pas son linge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bac brun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restes de table et pelures ; ramassé le mardi matin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bac bleu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papier, carton, verre, plastique ; une semaine sur deux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USAGES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L'hiver, l'escalier, le soir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CHOSE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L'USAGE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déneigement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auto déplacée avant sept heures, sinon remorquée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L'escalier commun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laisse passer celui qui descend, on n'y entrepose rien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bruit du soir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après vingt-deux heures, ni gros travaux ni musique forte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10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166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cartons vides se défont à plat avant d'aller au recyclage.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Amadou s'excuse du bruit de la veille.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Thérèse s'est fâchée à cause du bruit.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camion était arrivé en retard et il pleuvait.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mari de Thérèse a échappé une laveuse dans l'escalier.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salle de lavage coûte deux dollars la brassée.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bac brun se ramasse le vendredi.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autos non déplacées peuvent être remorquées.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Amadou s'excuse du bruit de la veille.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Thérèse s'est fâchée à cause du bruit.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« ce n'était pas un party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camion était arrivé en retard et il pleuvait.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mari de Thérèse a échappé une laveuse dans l'escalier.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salle de lavage coûte deux dollars la brassée.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bac brun se ramasse le vendredi.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le mardi matin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autos non déplacées peuvent être remorquées.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trois usages de votre immeuble que personne ne vous a expliqués.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jour des bacs, l'heure du lavage, ce qu'on fait des vieux meubles.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S'il en manque un, demandez-le cette semaine à un voisin.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Emménager dans un nouveau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