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la plus concrète du bloc B. Si le local le permet, faire déplacer de vraies boîtes : les directives se comprennent en les exécutant.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est toujours la même : c'est vous qui savez. Beaucoup d'élèves n'osent pas donner de directives à des travailleurs québécois. Nommer cette gêne : elle coûte une heure de camion.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Montez-le, oui, mais… » : la directive, puis la précaution. C'est le modèle à faire reproduire tout au long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démonstratifs apparaissent ici pour la première fois : « cette boîte-ci », « celles-là ». Ils seront travaillés en C2. Les signaler sans les 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trait d'union n'est pas décoratif : c'est lui qui montre que le pronom appartient au verbe.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 avec la précédente. C'est la règle qui se trompe le plus, et les deux se retiennent ensemble ou pas du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alterner affirmative et négative sur le même verbe, dix fois de suite : montez-le / ne le montez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laboratoire de la mini-leçon t1imper. Comparer la première et la quatrième : même verbe, deux places pour le pronom.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prépare le défi 3 : c'est déjà du voisinage.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ils montrent tout de suite qui a compris la double place du pronom.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jour du camion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heures de travail se dirigent en trois mots : « Montez-le », « Ne la posez pas là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Emménager dans un nouveau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directives données le jour d'un déménagement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l'impératif avec un pronom, à l'affirmative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pronom devant le verbe à la négative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où va chaque chose sans hésiter.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Le camion est devant la porte. Qui décide où vont les boîtes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scalier-exterie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déménageurs le savent-ils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connaît le logement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personne ne dit rien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mots faut-il pour le dire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 les meubles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745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PATRICIA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7265" y="2322576"/>
            <a:ext cx="85688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commence par quoi ? Les meubles ou les boîtes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745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AMADOU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7265" y="3071876"/>
            <a:ext cx="85688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les meubles, s'il vous plaît. Après, on remplira les trous avec les boîtes.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5745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PATRICIA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7265" y="4158995"/>
            <a:ext cx="85688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Le divan, on le monte tout de suite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6"/>
            <a:ext cx="15745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AMADOU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7265" y="4908296"/>
            <a:ext cx="85688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Montez-le, oui, mais faites attention au coin de l'escalier. Il tourne serré.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Celle-là dans la cuisine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745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AMADOU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7265" y="1901952"/>
            <a:ext cx="85688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la chambre du fond, celle qui donne sur la ruelle. Ne le posez pas dans le salon, on ne pourra plus passer.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745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AMADOU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7265" y="2989072"/>
            <a:ext cx="85688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boîte-ci, avec le point rouge, c'est la vaisselle. Ne la mettez pas en dessous des autres.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5745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PATRICIA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7265" y="4076191"/>
            <a:ext cx="85688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points rouges, on les garde sur le dessus. Vous avez bien fait de les marquer.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5745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AMADOU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7265" y="5163312"/>
            <a:ext cx="85688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Celles-là aussi, dans la cuisine. Ce sont les casseroles et le petit four.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L'AFFIRMATIVE, LE PRONOM PASSE DERRIÈRE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Montez-le. Démontez-la. Mettez-les dans la cuisine.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un trait d'union, toujours. Et « me » devient « moi » : donnez-moi la clé, jamais « donnez-me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LA NÉGATIVE, LE PRONOM REVIENT DEVANT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la mettez pas dans le salon. Ne les montez pas tout de 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Pas de trait d'union, et le pronom se glisse entre « ne » et le verbe. Autrement dit : à l'affirmative il saute derrière, à la négative il reprend sa place normale.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GARDER LE PRONOM DERRIÈRE À LA NÉGATIVE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 mettez-la pas dans le salon.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 la mettez pas dans le salon.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même verbe a deux formes selon qu'on dit oui ou non. C'est une des rares irrégularités vraiment gênantes du français, et elle s'entend tout de suite chez un déménageur.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Donnez la directive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lit la phrase ; le groupe la redit à l'impératif.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montez le divan.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démontez la 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mettez les boîtes dans la cuisine.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ne posez pas le matelas dans le salon.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me donnez la clé.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ne mettez pas la vaisselle en dessous.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Donnez la directive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montez le divan.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Montez-le.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démontez la table.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Démontez-la.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mettez les boîtes dans la cuisine.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Mettez-les dans la cuisine.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ne posez pas le matelas dans le salon.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 le posez pas dans le salon.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me donnez la clé.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Donnez-moi la clé.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ne mettez pas la vaisselle en dessous.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 la mettez pas en dessous.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commence par les boîtes, puis on monte les meubles.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matelas va dans la chambre qui donne sur la ruelle.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boîtes marquées d'un point rouge contiennent la vaisselle.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met les boîtes fragiles en dessous des autres.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table passe entière dans la porte du deuxième.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Amadou demande de laisser passer le voisin dans l'escalier.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commence par les boîtes, puis on monte les meubles.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par les meubles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matelas va dans la chambre qui donne sur la ruelle.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boîtes marquées d'un point rouge contiennent la vaisselle.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met les boîtes fragiles en dessous des autres.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sur le dessus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table passe entière dans la porte du deuxième.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faut la démonter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Amadou demande de laisser passer le voisin dans l'escalier.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directives pour le jour de votre déménagement.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à l'affirmative, deux à la négative.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Chacune avec un pronom : « Montez-le », « Ne la posez pas là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Emménager dans un nouveau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