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Demander qui, dans le groupe, a déjà payé l'électricité de quelqu'un d'autre, ou reçu le courrier d'un ancien locataire. Il y a presque toujours quelqu'un.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est simple et rarement connue : le relevé sépare deux factures. Sans lui, on paie la consommation de quelqu'un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l'adresse par le groupe pendant l'écoute. C'est un exercice de prise de notes autant qu'un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l'agente qui répète l'adresse, pas l'élève. Faire remarquer que la vérification vient des deux côtés dans un vrai 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de Claudine annonce la séance C4. La reprendre textuellement en ouvrant celle-ci.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à voix haute les deux dates, dans le bon 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préparer cette fiche par écrit : elle sert au jeu de rôle du bloc E et, plus tard, pour de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réplique. Les deux « faux » du milieu sont les erreurs les plus coûteuses dans la vraie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du billet est celui de la vraie vie : une adresse mal dite est une facture qui n'arrive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compte à mon nom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adresse, ce n'est pas une ligne sur une enveloppe : c'est une douzaine d'endroits où votre nom est écrit.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appel à un service à la clientèle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ouvrir un compte à son nom et fermer l'ancien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une adresse et une date sans se faire répéter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 relevé de compteur.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Le compteur est au sous-sol. Pourquoi vous demande-t-on de le relever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eur-electriq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paie l'électricité avant votre arrivée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la paie après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fait-on la coupure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personne ne relève rien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partir de quelle date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3655" y="2322576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Service à la clientèle, bonjour. Comment puis-je vous aider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3655" y="3071876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viens d'emménager et j'aimerais ouvrir un compte d'électricité à mon nom.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3655" y="4158995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Certainement. Vous emménagez à quelle adresse, et à partir de quelle date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3655" y="5246116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mille deux cent quatre-vingt-sept, rue des Peupliers, appartement 4, à Québec. À partir du premier juillet.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L'ancien se ferme, le nouveau s'ouvre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655" y="1901952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répète l'adresse : mille deux cent quatre-vingt-sept, rue des Peupliers, appartement 4. C'est bien ça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655" y="2989072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bien ça.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3655" y="3738371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me faut aussi le relevé du compteur le jour de votre entrée. Le compteur est habituellement au sous-sol.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3655" y="4825491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le trouverai. Est-ce que je dois faire quelque chose pour mon ancienne adresse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 prévenir bien du monde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655" y="1901952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et c'est le même appel : je ferme votre compte de Beauport le trente juin, à minuit.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655" y="2989072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que je prévienne bien du monde : la banque, l'école de mon garçon, la SAAQ, la RAMQ.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640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3655" y="4076191"/>
            <a:ext cx="85024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Faites-en une liste et cochez au fur et à mesure. Ceux qui oublient la RAMQ s'en aperçoivent chez le médecin.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640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3655" y="5163312"/>
            <a:ext cx="85024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note. Merci beaucoup, madame.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SEUL APPEL FERME L'ANCIEN COMPTE ET OUVRE LE NOUVEAU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L'ancien se ferme le 30 juin, le nouveau s'ouvre le 1er juillet.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de gens font deux appels, ou n'en font qu'un et oublient la fermeture. Résultat : deux comptes ouverts, ou la facture d'un logement qu'on n'habite plus.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QU'IL FAUT AVOIR SOUS LA MAIN AVANT D'APPELER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minutes de préparation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deux adresses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L'ancienne au complet et la nouvelle, avec le numéro d'appartement.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deux 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où on quitte, le jour où on entre. Elles se suivent.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relevé de compteur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nombre lu sur le cadran, le jour de l'entrée. Le compteur est au sous-sol.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Une pièce d'identité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Nom complet, date de naissance, parfois un numéro de client existant.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veut ouvrir un compte d'électricité à son nom.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L'agente lui répète l'adresse pour vérifier.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relevé de compteur n'est pas nécessaire.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 un deuxième appel pour fermer l'ancien compte.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réacheminement du courrier est un service de Postes Canada.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L'agente conseille de faire une liste et de cocher au fur et à mesure.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n'a personne d'autre à prévenir.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veut ouvrir un compte d'électricité à son nom.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L'agente lui répète l'adresse pour vérifier.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relevé de compteur n'est pas nécessaire.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est demandé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 un deuxième appel pour fermer l'ancien compte.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le même appel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réacheminement du courrier est un service de Postes Canada.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L'agente conseille de faire une liste et de cocher au fur et à mesure.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n'a personne d'autre à prévenir.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la banque, l'école, la SAAQ, la RAMQ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adresse complète comme vous la diriez au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numéro civique en toutes lettres, la rue, l'appartement, la ville.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Dites-la à voix haute à quelqu'un : est-ce qu'il l'écrit correctement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