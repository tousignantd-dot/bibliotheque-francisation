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Elle peut se faire debout, avec de vraies boîtes ou de vrais objets : les démonstratifs s'apprennent en pointant.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deuxième ligne est celle qu'on explique, les trois autres se retiennent seules.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« ce escalier » à voix haute. Le groupe entend tout de suite pourquoi la forme n'existe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: mettre -ci partout pour insister. Le dire clairement, sinon les productions écrites en seront couvertes.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en pointant de vrais objets du local : « celui-là », « celle qui est près de la fenêtre ». Deux minutes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cinq noms masculins commençant par une voyelle, puis cinq féminins. La liste des masculins est plus longue qu'on croit.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items de l'exercice t2demo. La dernière ligne change de catégorie : c'est un pronom, pas un déterminant.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réunit l'impératif de B4 et le démonstratif d'aujourd'hui. C'est exactement ce que fait le dialogue t1b.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jeu force l'emploi du pronom démonstratif, qui est la partie la plus difficile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carton-ci, cette boîte-là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jour de déménagement, tout est en tas et rien n'a de nom. Il faut désigner.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ce, cet, cette et ces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pourquoi « cet » existe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-ci et -là pour opposer deux choses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le nom par celui, celle, ceux, celles.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QUATRE FORMES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genre et le nombre décident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masculin, devant une consonne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carton · ce camion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masculin, devant une voyelle ou un h muet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cet escalier · cet immeuble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cette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féminin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cette boîte · cette chambre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45008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45008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pluriel, les deux genres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45008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ces cartons · ces boîtes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Cettes » n'existe pas. Le pluriel des deux genres est « ces 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CET » EXISTE POUR L'OREILLE, PAS POUR LA GRAMMAIRE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ce escalier » est impossible à dire : deux voyelles se cognent.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 de « cet » fait la liaison : cet appartement, cet immeuble, cet homme, cet été. À l'oreille, « cet » et « cette » se prononcent pareil — c'est seulement à l'écrit qu'il faut choisir.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-CI ET -LÀ SERVENT À OPPOSER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Cette boîte-ci va dans la cuisine, cette boîte-là dans la chambre.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S'il n'y a qu'une seule chose, on n'ajoute rien : « posez cette boîte ici ». Le trait d'union, lui, est obligatoire.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QUAND LE NOM DISPARAÎT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celui · celle · ceux · celles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— Quelle chambre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— Celle qui donne sur la ruelle.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— Quelles boîtes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— Celles-là, avec le point rouge.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Presque toujours suivi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-ci, de -là, de « qui » ou de « de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l'oral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Celui-ci » tout seul ne se dit presque jamais sans un geste. On pointe.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ÉCRIRE « CETTE » POUR UN NOM MASCULIN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cette escalier · cette immeuble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 escalier · cet immeuble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l'oreille, rien ne distingue « cet » de « cette ». C'est le genre du nom qui tranche, et il faut donc le connaître. Escalier, appartement, immeuble, été : tous masculins.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CHOIX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Ce, cet, cette ou ces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lit la phrase sans le déterminant ; le groupe le donne.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carton-ci contient la vaisselle.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escalier tourne serré.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boîtes-là vont dans la chambre du fond.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chambre donne sur la ruelle.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ouvrir mon compte ___ après-midi.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immeuble a six logements.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Gardez ___ papiers-ci : c'est l'état des lieux.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Quelle boîte ? — ___ -là, avec le point rouge.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Ce, cet, cette ou ces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carton-ci contient la vaisselle.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escalier tourne serré.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boîtes-là vont dans la chambre du fond.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chambre donne sur la ruelle.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ouvrir mon compte ___ après-midi.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immeuble a six logements.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Gardez ___ papiers-ci : c'est l'état des lieux.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Quelle boîte ? — ___ -là, avec le point rouge.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où va chaque chose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Par deux, avec des objets du local : l'un désigne, l'autre exécute.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boîtes, deux endroits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objet masculin à voyelle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Plusieurs choses semblables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chose sans opposition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remplaçant le nom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un impératif du bloc 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où va chaque chose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boîtes, deux endroits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Cette boîte-ci dans la cuisine, cette boîte-là dans la chambre.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objet masculin à voyelle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 objet-là, sur la 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Plusieurs choses semblables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Ces papiers-ci, gardez-les.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chose sans opposition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Posez cette boîte ici, s'il vous plaît.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remplaçant le nom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— Quelle chaise ? — Celle qui est près de la porte.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un impératif du bloc B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Ne la mettez pas là : celle-là va dans le salon.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trois objets de la pièce où vous êtes, sans dire leur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Celui qui est près de la fenêtre », « celle-là, sur la table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Votre voisin doit deviner de quoi vous parlez.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