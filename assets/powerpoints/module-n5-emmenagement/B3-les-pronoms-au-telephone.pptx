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de grammaire du défi 1. Au niveau 5, la difficulté n'est plus de trouver les mots : c'est de faire tenir trois phrases ensemble. Les pronoms sont l'outil de cela.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référence de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fausse à voix haute — « je réserve le » — pour entendre qu'elle ne tient pas. L'oreille apprend vite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deux pronoms sont ceux que les élèves évitent le plus longtemps. Les faire employer dix fois de suite : c'est de la répétition, pas de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trois autres verbes avec « à » : parler à, écrire à, demander à, répondre 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l'ordre au tableau et le laisser pendant l'exercice suivant. Beaucoup d'élèves n'y arrivent qu'en le voyant.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laboratoire de la mini-leçon t1pron. Aller vite : six phrases en cinq minutes, puis recommencer dans le désordre.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items de l'exercice t1pron. Les faire d'abord à l'oral, par deux : l'écran viendra ensuite confirmer.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consigne force à sortir du vocabulaire du déménagement, ce qui est le but : le pronom doit servir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pronoms au téléphone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qui sépare parler d'énumérer : ne pas répéter « le camion » à chaque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le, la, les après un verbe sans préposition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lui et leur après un verbe avec « à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y pour un lieu, en pour une quantité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devant le verbe, même à la négative.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QUATRE FAMILLES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pronom, et pourquoi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3928"/>
          </a:xfrm>
          <a:prstGeom prst="roundRect">
            <a:avLst>
              <a:gd name="adj" fmla="val 45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 · la · 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chose ou une personne, sans préposition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réserve le camion. donne Je le réserve.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0286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lui · leur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0286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annoncée par « à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0286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téléphone à la répartitrice. donne Je lui téléphone.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198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0999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80999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lieu, ou « à + une chose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809999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à Limoilou. donne J'y vais.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282439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282439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de + quelque chose », ou une quantité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282439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quinze boîtes. donne J'en ai quinze.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28218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53821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Pour choisir : posez « quoi ? » après le verbe. Si la réponse vient sans « à », c'est le, la ou 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PRONOM PASSE DEVANT LE VERBE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le réserve. Je vais le rappeler. Je lui ai téléphoné.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l'inverse de l'anglais et de bien d'autres langues, et c'est la première chose à automatiser. Avec deux verbes, le pronom se colle à celui qui porte le sens : « je vais le rappeler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PRONOMS QU'ON N'OSE PAS EMPLOYER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qui font toute la différence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J'y pense. » C'est une des phrases les plus fréquentes du français parlé. Elle ne s'analyse pas : elle s'apprend telle quelle.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J'en ai quinze. » Le nombre reste à la fin : le « en » ne le remplace pas, il l'annonce.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 une personne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garde la préposition : « je pense à elle », jamais « j'y pense » pour quelqu'un.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Avec une quantité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— Combien de boîtes ? — J'en ai. » ne répond pas. Il faut « j'en ai quinze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« À LUI », « À LEUR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téléphone à lui demain.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lui téléphone demain.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un verbe qui demande « à », on dit simplement « lui » ou « leur », devant le verbe. « À lui » ne s'emploie que pour insister : « c'est à lui que je parle, pas à vous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LA NÉGATIVE, LE « NE » PASSE AVANT LE PRONOM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ne lui ai pas téléphoné.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L'ordre est : ne · pronom · auxiliaire · pas · participe. Jamais « je lui ne pas ». Les quatre morceaux se placent toujours dans le même ordre.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lit la phrase ; le groupe la redit avec un pronom.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réserve le camion.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téléphone à la répartitrice.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à Limoilou.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besoin de couvertures.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J'écris aux déménageurs.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 pas téléphoné à la compagnie.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réserve le camion.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le réserve.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téléphone à la répartitrice.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lui téléphone.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à Limoilou.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J'y vais.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besoin de couvertures.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J'en ai besoin.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J'écris aux déménageurs.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leur écris.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 pas téléphoné à la compagnie.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ne lui ai pas téléphoné.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sans répéter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Par deux : l'un pose la question, l'autre répond avec un pronom.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Vous avez rappelé la répartitrice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Et le camion, vous l'avez réservé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Il vous faut des boîtes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Vous allez souvent à Limoilou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Vous leur avez parlé de l'escalier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Vous pensez au relevé de compteur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sans répéter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Vous avez rappelé la répartitrice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— Oui, je lui ai téléphoné hier.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Et le camion, vous l'avez réservé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— Je le réserve demain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Il vous faut des boîtes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— Il m'en faut une vingtaine.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Vous allez souvent à Limoilou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— J'y vais deux fois par semaine.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Vous leur avez parlé de l'escalier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— Je leur en ai parlé au téléphone.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Vous pensez au relevé de compteur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— J'y pense, ne vous inquiétez pas.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votre semaine, chacune avec un pronom différent.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le » ou « la », une avec « lui », une avec « y » ou « en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Relisez-les à voix haute : le pronom doit être devant le verbe.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