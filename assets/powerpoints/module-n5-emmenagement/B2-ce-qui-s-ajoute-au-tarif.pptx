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calcul et de questions. Prévoir une calculatrice par table : le but n'est pas l'arithmétique, c'est de voir l'écart entre le tarif annoncé et le total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est celle qui coûte : elle s'achète, et elle s'achète tard, donc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ce que rapporte l'assurance de base pour un téléviseur de dix kilos : treize dollars. Le chiffre frappe plus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phrase par tout le groupe, deux fois, avec l'intonation d'un 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cas est le plus instructif : deux heures de travail coûtent le même prix que trois. Faire dire pourquoi.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totaux au tableau, l'un sous l'autre. L'écart se voit mieux qu'il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t1quest du module. Exiger la question complète, pas le mot clé : c'est la formulation qui s'apprend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devoir ancre le module dans le vrai. Certains appelleront quand même — c'est très bien, leur faire raconter la semaine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s'ajoute au tarif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premier chiffre n'est jamais le vrai chiffre. Il en manque toujours trois autres.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tarif horaire du total à payer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quatre choses qui s'ajoutent au tarif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calculer un total à voix haute avec son interlocutrice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sept questions qui évitent une surprise.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TARIF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Ce qu'il comprend, ce qu'il ne comprend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COMPRIS DANS LE TARIF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JAMAIS COMPRIS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deux hommes et le camion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boîtes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l'essence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papier d'emballage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couvertures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ruban adhésif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diable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troisième homme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88289"/>
          </a:xfrm>
          <a:prstGeom prst="roundRect">
            <a:avLst>
              <a:gd name="adj" fmla="val 18559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310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Les boîtes s'achètent, ou se ramassent gratuitement derrière une épicerie deux semaines d'avance.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CHOSES QUI S'AJOUTENT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Chacune se demande avant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minimum de trois heures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déménagement d'une heure et demie se paie trois heures. Le camion a été sorti pour vous.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 temps de déplacement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heure de plus, au tarif horaire : l'aller au garage et le retour.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Les suppléments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homme de plus, un piano, un escalier extérieur, un étage de plus.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1D6B8F"/>
                </a:solidFill>
                <a:latin typeface="Verdana"/>
              </a:rPr>
              <a:t>La protection complète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L'assurance de base est comprise, mais elle couvre 0,60 $ la livre.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QUESTION QUI RAPPORTE LE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qu'il y a autre chose qui s'ajoute au tarif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Aucune compagnie ne cache ces frais : elles les disent quand on les demande. Le problème n'est jamais l'honnêteté, c'est la question qui n'a pas été posée.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CALCUL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ça coûte, en tout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tarif est de 145 $ l'heure, minimum trois heures, plus une heure de déplacement.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 h de travail, deux hommes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 h de travail, deux hommes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 h de travail, trois hommes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 h de travail, deux hommes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 h + protection complète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 h de travail seulement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ça coûte, en tout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3 h de travail, deux hommes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 h + 1 h = 4 h × 145 $ = 580 $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 h de travail, deux hommes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 h + 1 h = 5 h × 145 $ = 725 $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 h de travail, trois hommes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 h × 190 $ = 950 $, mais souvent moins d'heures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 h de travail, deux hommes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 h + 1 h = 7 h × 145 $ = 1 015 $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4 h + protection complète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725 $ + 45 $ = 770 $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2 h de travail seulement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minimum 3 h + 1 h = 4 h × 145 $ = 580 $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CROIRE QUE LE TARIF EST LE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145 de l'heure, quatre heures, ça fait 580 $.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145 de l'heure, quatre heures plus une, ça fait 725 $.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manque l'heure de déplacement, et souvent un supplément d'escalier. L'écart est de cent quarante-cinq dollars sur ce seul exemple — le prix d'une semaine d'épicerie.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ce qu'elle vous évite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donne ce qu'on veut savoir ; le groupe formule la question.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combien vous paierez vraiment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si trois heures seront facturées pour 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ce qui arrive si un meuble est abîmé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combien d'argent sortir aujourd'hui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si vous pouvez encore changer d'idée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si votre escalier coûtera plus cher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question et ce qu'elle vous évite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combien vous paierez vraiment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qu'il y a autre chose qui s'ajoute au tarif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si trois heures seront facturées pour deux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 a-t-il un minimum d'heures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ce qui arrive si un meuble est abîmé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Qu'est-ce que l'assurance de base couvre exactement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combien d'argent sortir aujourd'hui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Quel dépôt faut-il verser pour réserver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si vous pouvez encore changer d'idée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Jusqu'à quand puis-je annuler sans perdre le dépôt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Savoir si votre escalier coûtera plus cher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Y a-t-il un supplément pour un escalier extérieur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le numéro d'une vraie compagnie de déménagement de votre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Notez son nom et son numéro dans votre carnet.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N'appelez pas encore : on le fera ensemble au bloc 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