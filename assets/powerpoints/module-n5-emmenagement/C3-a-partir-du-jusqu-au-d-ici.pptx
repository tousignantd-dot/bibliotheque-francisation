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utilitaire. Se tromper de préposition, ici, ce n'est pas une faute de style : c'est un compte ouvert le mauvais jour.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 avec la suivante. Les trois premières sont celles d'un appel de démarche.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trois-là sont celles du récit. Elles reviennent en D2, dans le récit de la journée de déménagement.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fausse : « ils ont tout monté dans quatre heures ». Elle veut dire qu'ils n'ont pas encore commencé.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employer « d'ici » pour trois choses de la vraie semaine des élèves. Elle entre vite dans l'usage une fois comprise.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: « j'ai habité ici depuis deux ans ». Faire corriger à voix haute.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paire à retenir : avant de signer / après avoir signé. Deux formes, un seul sujet.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items de l'exercice t2prep. Faire justifier chaque choix par la colonne « ce qu'elle dit » du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Sortir du vocabulaire du déménagement est voulu : ces prépositions servent partout, et c'est ce qui les fixe.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 : les erreurs sur « d'ici » et « en » se voient tout de suite, et se corrigent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partir du, jusqu'au, d'ici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démarche est une affaire de dates, et une date ne se donne jamais toute seule.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Emménager dans un nouveau logement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à partir de » pour un début et « jusqu'à » pour une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d'ici » pour un délai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« dans » et « en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« avant de » et « après avoir » avec un infinitif.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PRÉPOSITIONS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début, la fin, le délai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partir 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où ça commence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partir du premier juillet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jusqu'à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où ça finit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jusqu'au trente juin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d'ici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temps qu'il reste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d'ici vendredi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+ le = du. On dit « à partir du », « jusqu'au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PRÉPOSITIONS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durées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PRÉPOSITION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durée à venir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six semaines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temps que ça 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 quatre heures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depuis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commencé avant, continue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depuis vingt-six ans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Dans » compte à partir d'aujourd'hui ; « en » mesure le travail.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DANS » REGARDE VERS L'AVANT, « EN » MESURE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camion arrive dans six semaines. Ils ont tout monté en quatre heures.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langues emploient le même mot pour les deux. En français, ce sont deux idées différentes : « dans » compte à partir d'aujourd'hui, « en » dit combien de temps a duré le travail.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« D'ICI », LA PRÉPOSITION DE CELUI QUI ORGANISE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Rarement enseignée, très employée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D'ici vendredi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Entre maintenant et vendredi, à un moment ou à un 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D'ici deux semaines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Dans les deux semaines qui viennent.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Ce qu'elle ajoute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idée de délai, sans promettre quel jour.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Pourquoi elle est utile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dit ce qui sera fait avant tel moment. C'est la phrase de quelqu'un qui a un plan.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AVEC « DEPUIS », LE VERBE RESTE AU PRÉSENT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Thérèse habite ici depuis vingt-six ans.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L'action continue aujourd'hui, donc le verbe est au présent — contrairement à ce qui se fait dans bien d'autres langues. Et devant un verbe, on dit « depuis que » : depuis que j'ai déménagé.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EMPLOYER « QUE » APRÈS « AVANT DE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que signer, faites le 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Avant de signer, faites le tour.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Avant de » et « après avoir » se construisent avec un infinitif, jamais avec « que ». La forme avec « que » existe, mais demande le subjonctif — plus compliqué pour rien quand le sujet est le même.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CHOIX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préposition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; le groupe complète.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compte sera à mon nom ___ premier juillet.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L'ancien compte reste ouvert ___ trente juin.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vendredi, j'aurai prévenu la banque et l'école.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déménagement est ___ six semaines.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déménageurs ont tout monté ___ quatre heures.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habite l'immeuble ___ vingt-six 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signer le bail, faites le tour du logement.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Appelez Hydro-Québec ___ avoir relevé le compteur.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préposition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compte sera à mon nom ___ premier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partir du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L'ancien compte reste ouvert ___ trente juin.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jusqu'au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vendredi, j'aurai prévenu la banque et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D'ici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déménagement est ___ six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déménageurs ont tout monté ___ quatre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Thérèse habite l'immeuble ___ vingt-six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depuis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signer le bail, faites le tour du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Appelez Hydro-Québec ___ avoir relevé le compteur.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dates à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Chacun répond avec une vraie date de sa vie.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habitez-vous votre logement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votre bail court-il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vous aurez fait d'ici la fin de la semaine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est votre prochain rendez-vous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prend votre trajet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faites-vous avant de sortir le matin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Vos dates à vous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Depuis quand habitez-vous votre logement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J'habite ici depuis…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Jusqu'à quand votre bail court-il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Jusqu'au 30 juin.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que vous aurez fait d'ici la fin de la semaine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D'ici vendredi, j'aurai…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est votre prochain rendez-vous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Dans deux semaines.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prend votre trajet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En vingt minutes.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faites-vous avant de sortir le matin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de sortir, je…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sur votre mois qui vient, avec quatre prépositions différentes.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avec « à partir du », une avec « jusqu'au », une avec « d'ici », une avec « dans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36311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5191759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 sont les quatre phrases d'un appel de démarche.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Emménager dans un nouveau logement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