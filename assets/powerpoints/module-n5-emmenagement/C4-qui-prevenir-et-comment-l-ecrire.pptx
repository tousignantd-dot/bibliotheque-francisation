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Elle produit un vrai courriel, réutilisable tel quel. Reprendre en ouvrant la dernière réplique de Claudine, en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premiers se font dans la semaine du déménagement. Hydro-Québec, avant même d'entrer.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d'ajouter ce qui manque pour eux : garderie, pharmacie, syndicat, organisme d'accueil.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est le plan du courriel que les élèves vont écrire dans 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morceaux sur les doigts. Cinq lignes, six morceaux : c'est court, et c'est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t2courriel. La cinquième ligne réemploie la préposition de C3 : le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fréquente, et qui rallonge la démarche de deux semaines. L'insister.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 individuelle. Circuler et corriger les deux adresses et la date en priorité : le reste est du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devoir a une valeur réelle hors du cours. Plusieurs élèves reviennent en disant qu'ils ont trouvé un organisme qu'ils avaient oublié depuis des années.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prévenir, et comment l'écrire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Ceux qui oublient la RAMQ s'en aperçoivent chez le médecin.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huit organismes à prévenir d'un déménagement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arrive quand on en oublie 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changement d'adresse en cinq lignes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préposition de temps dans une démarche écrite.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LISTE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 VOUS L'OUBLIEZ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Hydro-Québec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payez l'électricité de l'ancien locataire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Postes Canada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lettres restent à l'ancienne adresse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Votre assureur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affaires ne sont plus assurées où elles sont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Votre banque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relevés partent chez quelqu'un d'autre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LISTE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organismes et l'entourage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 VOUS L'OUBLIEZ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RAMQ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votre carte ne se rend pas ; vous le découvrez chez le médecin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SAAQ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l'avis de renouvellement du permis n'arrive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L'école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l'autobus passe à l'ancienne adresse le matin de la rentrée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Votre employeur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feuillet d'impôt de février va au mauvais endroit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Faites-en une liste sur papier et cochez au fur et à mesure.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COURRIEL DE DÉMARCHE TIENT EN CINQ LIGNES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vous êtes · l'ancienne adresse · la nouvelle · la date · une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vous lit reçoit quarante courriels par jour. Le numéro de dossier dans l'objet lui évite de chercher, et une question polie à la fin obtient une réponse.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MORCEAUX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ordre,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Changement d'adresse — police 4471-882. Le numéro de dossier dès l'objet.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Qui vous êtes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 complet et le numéro qui vous identifie chez eux. Sans lui, votre courriel attend.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deux adresses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L'ancienne et la nouvelle, l'une après l'autre, même s'ils ont déjà la première.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quand la nouvelle s'applique. C'est ce qu'on oublie le plus.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demande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modifier mon dossier et me confirmer le changement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fin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de votre aide, votre nom, votre numéro de téléphone. Rien de plus.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courriel d'Amadou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ligne ; chacun écrit le mot manquant.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 : ___ d'adresse — police 4471-882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assuré chez vous ___ le numéro 4471-882.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adresse était le 340, avenue Royale, à Beauport.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___ adresse est le 1287, rue des Peupliers, appartement 4.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s'applique ___ premier juillet.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modifier mon dossier et me ___ le changement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le courriel d'Amadou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 : ___ d'adresse — police 4471-882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Changement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assuré chez vous ___ le numéro 4471-882.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adresse était le 340, avenue Royale, à Beauport.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ancienne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___ adresse est le 1287, rue des Peupliers, appartement 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nouvelle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changement s'applique ___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Pourriez-vous modifier mon dossier et me ___ le changement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confirmer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SEULEMENT LA NOUVELLE ADRESSE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ma nouvelle adresse est le 1287, rue des Peupliers.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Mon ancienne adresse était le 340, avenue Royale ; ma nouvelle est le 1287, rue des Peupliers.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l'ancienne adresse, l'employé ne peut pas retrouver votre dossier — surtout si votre nom s'écrit de plusieurs façons. Les deux adresses, toujours, et le numéro de dossier.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vôtre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 organisme de la liste et écrivez-lui, en cinq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votre propre liste : qui devriez-vous prévenir si vous déménagiez demain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Reprenez les huit du tableau et ajoutez les vôtres.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à côté le numéro de dossier de chacun, si vous le connaissez.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