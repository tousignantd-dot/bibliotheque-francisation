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Elle prépare tout le module : chacun de ces mots revient dans un dialogue ou dans un exercice des blocs suivants.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mot « diable » surprend toujours. Le donner après avoir laissé le groupe chercher : c'est un mot qu'on n'oublie plus une fois qu'on l'a entendu.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Opposer « déménager » (partir) et « emménager » (arriver). La paire est difficile et elle est au cœur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mots sont ceux du bloc B. Les faire répéter avec leur article : « un dépôt de cent dollars », « le temps de déplacement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Rendre service » est le seul verbe de la liste, et c'est celui du défi 3. Le faire employer tout de suite dans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prVocab du module, fait à l'oral d'abord. Refuser les réponses sans 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les photos de l'activité interactive au fur et à mesure. Les élèves manipuleront les mêmes ensuite,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carnet de mots est celui de la section « Je retiens des mots » du module : c'est le même travail, sur papier puis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du déménagement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 pour six semaines : ceux des clés, ceux du camion, ceux de l'adresse et ceux de l'immeuble.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Emménager dans un nouveau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objets du déménagement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mot avec son article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un mot à sa définition et à une image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commencer son propre banc de mots.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qu'on voit sur cette photo, et à quoi ça sert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diable-char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ça s'appelle en français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deux roues et pas quatre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le fournit : vous ou la compagnie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met dessus en premier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clés et l'état des lieux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3620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emménager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9017" y="2121408"/>
            <a:ext cx="768998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Entrer dans un logement neuf pour y vivre, avec ses affaires.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3620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l'état des lieux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9017" y="2909620"/>
            <a:ext cx="768998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liste écrite de ce qui est déjà abîmé le jour de l'entrée.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3620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carton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9017" y="3697833"/>
            <a:ext cx="768998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grande boîte de papier épais qui sert à transporter.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3620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9017" y="4486046"/>
            <a:ext cx="768998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chariot à deux roues pour rouler une charge lourde.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36200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égratignure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9017" y="5274259"/>
            <a:ext cx="768998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marque longue et mince laissée sur une surface dure.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camion et la compagnie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3725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tarif horaire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531" y="2121408"/>
            <a:ext cx="56794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prix demandé pour chaque heure de travail.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43725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temps de déplacement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9531" y="3106674"/>
            <a:ext cx="56794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temps du camion pour venir et retourner, qu'on paie aussi.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43725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couverture de déménagement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9531" y="4091939"/>
            <a:ext cx="56794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pièce de tissu épais qui protège un meuble.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43725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dépôt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9531" y="5077205"/>
            <a:ext cx="56794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L'argent versé d'avance pour garder une 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L'adresse et l'immeuble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relevé de compteur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531" y="2121408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nombre lu sur l'appareil qui mesure l'électricité.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brancher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9531" y="2778252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Faire arriver l'électricité, l'eau ou Internet jusque chez soi.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réacheminement du courrier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9531" y="3435096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service qui fait suivre vos lettres.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bac brun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9531" y="4091939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bac des restes de table et des pelures.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déneigement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9531" y="4748784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travail qui consiste à enlever la neige des rues.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rendre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9531" y="5405628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Faire quelque chose pour aider quelqu'un, sans être payé.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lit la définition ; le groupe donne le mot avec son article.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liste de ce qui est déjà abîmé le jour de l'entrée.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chariot à deux roues.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pour chaque heure de travail.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pièce de tissu épais qui protège un meuble.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bac des restes de table.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L'argent versé d'avance pour garder une 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liste de ce qui est déjà abîmé le jour de l'entrée.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l'état des lieux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chariot à deux roues.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diable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pour chaque heure de travail.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tarif horaire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pièce de tissu épais qui protège un meuble.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couverture de déménagement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bac des restes de table.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bac brun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L'argent versé d'avance pour garder une date.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dépôt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photo pour quelle phrase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décrit une des huit photos de l'exercice prImg.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qu'on remplit pendant les deux semaines qui précèdent.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chariot à deux roues.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qu'on réserve six semaines d'avance.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tourne serré et ralentit les déménageurs.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L'appareil dont il faut relever le nombre.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commun du sous-sol.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photo pour quelle phrase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qu'on remplit pendant les deux semaines qui précèdent.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pile de cartons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chariot à deux roues.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diable chargé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qu'on réserve six semaines d'avance.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camion de déménagement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tourne serré et ralentit les déménageurs.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l'escalier extérieur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L'appareil dont il faut relever le nombre.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compteur électrique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commun du sous-sol.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salle de lavage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mots de la séance dans votre carnet, avec leur article.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pour chacun une phrase à vous, pas celle du cours.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que vous n'avez jamais employé ne se retient pas.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Emménager dans un nouveau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