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les productions. Tout ce qui s'y apprend est réemployé tel quel dans la lettre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savoirs en une séance, mais ils travaillent tous au même endroit : la lettre. Ne pas les traiter comme trois leçons séparées.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Sans connecteurs, c'est le lecteur qui devine les liens. Avec, c'est l'auteur qui les pose — et il choisit ce qu'on retiendra.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ou quatre connecteurs par page, jamais un par phrase. Au-delà, la lettre se lit comme un devoir d'école et perd son autorité.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point-là peut coûter un dossier : une citation fausse fait perdre la crédibilité de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liste à tirets est ce qui rend une demande impossible à contourner : chaque ligne appelle sa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Deux mises en relief par lettre suffisent : au-delà, l'effet s'annule.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avec « c'est moi qui » à la première personne. C'est l'accord le plus souvent raté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huit phrases à la suite : c'est le squelette de la lettre que le groupe écrira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3. Les réponses se reprennent telles quelles dans la lettre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qui tiennent une lettre debout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paragraphes posés l'un après l'autre ne font pas une lettre : ils font un empilement. Les connecteurs, la ponctuation et la mise en relief font le reste.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sujet avec quant à, en ce qui concerne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refermer une explication avec autrement dit, en somme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exactement, avec deux-points et guillemets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en relief avec c'est… qui, c'est… que, ce que… c'est.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Lis un paragraphe sans connecteurs. Qu'est-ce qui manque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Sais-tu de quoi il va parler avant de commencer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Sais-tu ce qu'il faut retenir en le finissant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Sais-tu ce que l'auteur en tire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fait ce travail, normalement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de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Annoncer 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 à… · En ce qui concerne… · À propos de… Ces mots ouvrent un paragraphe.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Redire plus court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dit… · En somme… On referme une explication longue en dix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Tirer la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conséquent… à l'écrit formel · Donc… à l'oral. Jamais les deux dans la même lettre.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DEUX-POINTS SUIVIS DE GUILLEMETS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annoncent les mots exacts de quelqu'un.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m'aviez dit : “ Revenez me le dire si ça ne suffit pas. ” » C'est la partie la plus solide d'une lettre, à une condition : ce qui est entre guillemets doit être exact. Si vous n'êtes pas sûr des mots, écrivez « vous m'aviez dit que… » sans guillemets. Un résumé honnête vaut mieux qu'une citation approximative.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signes,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Deux-points et guillemets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annoncent des mots exacts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Point-virgule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relie deux idées qu'un point séparerait trop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Tiret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 chaque terme d'une liste verticale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un point-virgule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minuscule, jamais une majuscule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Dans une liste à tirets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point-virgule par ligne, un point à la fin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Mettre en relief : la phrase choisit à la place du lecteur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PHRASE ORDINAIRE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PHRASE MISE EN RELIEF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L'appareil me réveille.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l'appareil qui me réveille.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plains du matin.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du matin que je me plains.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répétition me dérange.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me dérange, c'est la répétition.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dormir.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 je veux, c'est dormir.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bruit de l'escalier a cessé.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bruit de l'escalier, lui, a cessé.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moi qui a écrit la lettre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moi qui ai écrit la lettre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relatif « qui » reprend l'élément encadré : le verbe s'accorde avec lui, pas avec « c'est ». C'est moi qui ai, c'est vous qui avez, ce sont eux qui ont. Autre test utile : si l'élément encadré est le sujet, c'est « qui » ; sinon, c'est « que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Connecteur, ponctuation ou mise en relief, selon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à une diminution de loyer, ce n'est pas ce que je recherche.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ce qui ___ le déplacement de l'appareil, rien n'a bougé.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dit, deux des trois mesures convenues ont été prises.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persiste ; ___ conséquent, je m'adresse à vous.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caoutchouc a été posé ___ l'appareil, lui, n'a pas bougé.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m'aviez dit ___ Revenez me le dire. 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répétition me dérange. — rapporté : ___ me dérange, c'est la répétition.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moi ___ ai écrit la lettre.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à une diminution de loyer, ce n'est pas ce que je recherche.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ce qui ___ le déplacement de l'appareil, rien n'a bougé.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concerne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dit, deux des trois mesures convenues ont été prises.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persiste ; ___ conséquent, je m'adresse à 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caoutchouc a été posé ___ l'appareil, lui, n'a pas bougé.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point-virgule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m'aviez dit ___ Revenez me le dire.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deux-points et guillemets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répétition me dérange. — rapporté : ___ me dérange, c'est la répétition.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moi ___ ai écrit la lettre.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phrase de ta lettre qui dit ce qui compte vraiment pour toi.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Ce qui… , c'est » ou « Ce que… , c'est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et pas un adjectif de trop.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