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Elle réunit les deux points qui séparent un compte rendu solide d'un récit qu'on n'écoute qu'à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produit un effet contre-intuitif : annoncer son incertitude sur un point renforce la crédibilité de tout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différence est simple à énoncer et difficile à tenir : un fait se vérifie auprès de l'autre, une interprétation ne se vérifie nulle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nominalisation est ce qui donne à une lettre son allure de dossier. Le mot « ce » ou « cette » devant le nom est ce qui fait le 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Sans « ce » ou « cette », la reprise ne se voit pas et le lecteur croit qu'on parle d'autre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Un fait n'est pas forcément favorable : « il a refusé » en est un, et il vaut mieux l'écrire soi-même.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les verbes qui trahissent une interprétation : il veut, il cherche à, il fait exprès, il se moque.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réécrire les trois interprétations en trois temps : le fait, le second fait, puis « j'en conclus que ». C'est le vrai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Fin du défi 2 : le groupe sait rapporter. Le défi 3 lui apprend à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Reprendre sans répéter, et ne pas conclure à la place de l'autre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qui répète huit fois « le tapis roulant » se lit huit fois moins bien. Et une phrase qui glisse du fait à l'opinion fait douter de tout le reste.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sujet par un pronom, un synonyme ou un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« ils » sans référent et savoir ne pas l'écrire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fait rapporté d'une interprétation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une conclusion au lieu de la faire passer pour un constat.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Il ne veut pas faire d'effort. » Comment le vérifier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peut confirmer cette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Même lui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il m'a dit qu'il ne pouvait pas changer d'heure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tiendrait devant un tribunal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reprendre son sujet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L'appareil est au-dessus de ma chambre. Il y est depuis janvier. À courte portée seulement.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substitution lexicale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tapis roulant, l'appareil, cet équipement. Trois mots pour la même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nominalisation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refusé de changer d'heure. Ce refus ne m'a pas surprise. La plus efficace à l'écrit.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ça de quantité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Quinze matins de suite, ça ne s'appelle plus de la malchance. À l'oral seulement.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Nominaliser : la phrase devient un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 QUI LA REPREND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refusé de changer d'heure.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refus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caoutchouc a été posé.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Cette installation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s'est engagé à le déplacer.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Cet engagement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nous sommes parlé le 19.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Cette conversation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30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58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bruit s'est répété.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58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Cette répétition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FAIT SE VÉRIFIE, UNE INTERPRÉTATION 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on posait la question à l'autre, pourrait-il confirmer ou nier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m'a dit qu'il ne pouvait pas changer d'heure » : il confirmera ou il niera, il n'y a pas de troisième possibilité. « Il ne veut pas faire d'effort » : personne ne peut le confirmer, pas même lui. Cette phrase dit quelque chose de vous, pas de lui.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COMPTE RENDU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se moque de ce que je vis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Il m'a dit qu'il regarderait ; trois semaines plus tard, rien n'a bougé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renonce pas à sa conclusion : on la présente comme une conclusion, après les faits qui la soutiennent. « J'en conclus qu'il a oublié — mais ce n'est que ma lecture. » Cinq mots signalent une conclusion : j'en conclus que, j'ai l'impression que, il me semble que, à mon avis, manifestement.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 ou une interprétation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de quel côté chaque phrase tombe.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m'a dit qu'il ne pouvait pas changer son heure.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veut pas faire d'effort.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caoutchouc a été posé le 26 février.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posé le caoutchouc juste pour avoir la paix.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n'a pas été déplacé au 12 mars.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moque complètement de ce que je vis.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m'a dit qu'il aimait mieux ça qu'une lettre dans sa porte.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 ou une interprétation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m'a dit qu'il ne pouvait pas changer son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veut pas faire d'effort.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interprétation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caoutchouc a été posé le 26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posé le caoutchouc juste pour avoir la paix.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interprétation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n'a pas été déplacé au 12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moque complètement de ce que je vis.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interprétation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m'a dit qu'il aimait mieux ça qu'une lettre dans sa porte.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 fait, puis ta conclusion — et sépare-les par « j'en conclus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fait d'abord, avec une date si tu en as 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conclusion ensuite, annoncée comme telle.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