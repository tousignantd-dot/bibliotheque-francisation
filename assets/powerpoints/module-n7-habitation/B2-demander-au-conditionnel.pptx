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mais l'enjeu est pratique : le conditionnel laisse à l'autre le droit de refuser, et c'est pour ça qu'il accepte plus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seul qui produit une faute visible : jamais de conditionnel après « si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groupe trouve seul la réponse : on accepte plus facilement ce qu'on pourrait refuser. C'est tout le mécanisme.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conjuguer « accepter » à voix haute par le groupe entier, puis « pouvoir » et « vouloir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Sept verbes, et ils couvrent presque tout ce qu'on dit dans une négociation.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emploi est celui des journalistes : « l'incendie aurait pris naissance au sous-sol ». Il dit « on me l'a rapporté, je ne l'ai pas vérifié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faute la plus fréquente du niveau et elle s'entend tout de suite. Faire produire trois hypothèses correctes avant de continuer.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huit phrases à la suite : elles forment la conversation du bloc E presque en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Ceux qui écrivent « pourriez-vous faire quelque chose » n'ont pas compris la moitié précise : y revenir en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Demander au conditionnel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Mettez du caoutchouc » et « accepteriez-vous de mettre du caoutchouc ? » demandent la même chose. La première obtient un refus une fois sur deux.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bruit d'en haut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conditionnel présent de tous les verbes du dossier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poliment : accepteriez-vous, pourriez-vous, je voudrais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une hypothèse : si + imparfait, puis conditionnel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conditionnel d'incertitude.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À qui obéis-tu plus volontiers : à un ordre ou à une demande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Ouvre la fenêtre » et « pourrais-tu ouvrir la fenêtre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change, exactement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laquelle des deux peux-tu répondre non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te donne envie de dire oui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CONDITIONNEL PRÉSENT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radical du futur, plus les terminaisons de l'imparfait.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-ais, -ais, -ait, -ions, -iez, -aient. « J'accepterais, tu accepterais, il accepterait, nous accepterions, vous accepteriez, ils accepteraient. » Si vous savez le futur, vous savez le conditionnel : les radicaux irréguliers sont les mêmes.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Les radicaux irréguliers, les mêmes qu'au futur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99204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INFINITIF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RADICAL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être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je serais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avoir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j'aurais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j'irais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faire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je ferais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pouvoir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je pourrais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8813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0938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vouloir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0938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je voudrais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54041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553212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devoir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636" y="553212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je devrais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emplois, et ce qu'ils font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politesse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Accepteriez-vous de mettre du caoutchouc ? » L'autre garde le droit de refuser.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L'hypothèse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Si le tapis était contre l'autre mur, je ne l'entendrais plus. » On montre sans imposer.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L'incertitude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Le bruit viendrait du moteur plutôt que de vos pas. » On avance sans accuser.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vous partiriez plus tard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 vous partiez plus tard, cela changerait tout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si », jamais de conditionnel. La condition est à l'imparfait, la conséquence au conditionnel — jamais l'inverse, jamais les deux. Un moyen de ne plus se tromper : après « si », il n'y a jamais de -rais.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conditionnel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Attention au s de la première personne.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___ (accepter) de mettre un tapis de caoutchouc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(pouvoir)-vous regarder si le tapis rentre dans le couloir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(vouloir) vous parler cinq minutes, si vous avez le temps.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tapis était contre l'autre mur, je ne l'___ (entendre) presque plus.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partiez à sept heures, cela me ___ (donner) une heure de plus.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bruit ___ (venir) du moteur plutôt que de vos pas.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(être) prête à ne rien dire pour les fins de semaine.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(faire) le point dans deux semaines, si cela vous 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conditionnel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___ (accepter) de mettre un tapis de caoutchouc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accepteriez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(pouvoir)-vous regarder si le tapis rentre dans le couloir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(vouloir) vous parler cinq minutes, si vous avez le temps.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voudrais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tapis était contre l'autre mur, je ne l'___ (entendre) presque plus.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entendrais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partiez à sept heures, cela me ___ (donner) une heure de plus.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donnerait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bruit ___ (venir) du moteur plutôt que de vos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viendrait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(être) prête à ne rien dire pour les fins de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serais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___ (faire) le point dans deux semaines, si cela vous va.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ferions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demande au conditionnel à quelqu'un qui n'est pas obligé de dire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 par « Accepteriez-vous » ou « Pourriez-vous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Demande une seule chose, et une chose précise.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bruit d'en haut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