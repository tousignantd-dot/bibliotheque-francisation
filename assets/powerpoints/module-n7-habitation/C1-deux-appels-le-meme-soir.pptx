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Rappeler que le défi 1 s'est bien terminé : trois engagements et une date. Le travail change de nature, pas de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corrige une idée reçue : la médiation ne dit jamais qui a 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le défi est là. Ne rien expliquer : les quatre pistes ouvrent C2 et C4 sans les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de Ruslana explique l'appel entier : il ne sert pas à obtenir, il sert à dater. Y revenir en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formes du discours rapporté en quatre répliques : avait dit, partait, mettrait, allait descendre. Les faire repérer sans les expliquer : C2 s'en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réplique : demander qu'une date soit notée n'est pas une menace, et c'est pourtant le geste qui compte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adjectifs à retenir : gratuit, confidentiel, volontaire. Les faire écrire : ce sont les trois que les élèves rapporteront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d'élèves croient que la médiation tranche. Elle ne tranche jamais, et c'est sa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témoin » est masculin même pour une femme : la voisine du deux est un témoin. Le faire remarquer, c'est une question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premier est le plus instructif : un appel peut ne rien demander et tout changer.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bonne réponse — pour dater — sera reprise en C3, où le mot « avisé » commande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appels le même soir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Ruslana raconte deux fois la même conversation : à sa propriétaire, puis à un service de médiation. Ce qui se dit sur un palier ne vaut que si l'on sait le redire.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compte rendu de conversation au téléphone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que la propriétaire retient et note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service de médiation fait et ne fait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la preuve et de l'arbitrage.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Tu racontes une conversation à quelqu'un. Qu'est-ce qui change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répètes les mots exacts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enlèves ? Qu'est-ce que tu ajoutes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dis ce que tu en as pensé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ferais-tu la différence entre les deux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vous appelle d'abord pour vous informer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830" y="232257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Ginette Ostiguy,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3830" y="3071876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 Ostiguy, Ruslana Kovalenko, votre locataire du quatre, sur la 8e Avenue.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211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830" y="4158995"/>
            <a:ext cx="862229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appelle d'abord pour vous informer, pas pour me plaindre — je voudrais que vous sachiez ce que j'ai fait avant que vous l'appreniez autrement.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3830" y="5583936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écoute.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vous rapporte ce qu'il m'a 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m'a dit qu'il s'en doutait, parce que sa conjointe le lui avait dit avant 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98907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m'a expliqué qu'il partait à l'atelier à sept heures moins le quart et que c'était le seul moment où il pouvait courir.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4076191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refusé de changer d'heure, autrement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482549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il m'a dit aussi qu'il mettrait un tapis de caoutchouc cette semaine, et qu'il allait descendre son vélo à l'épaule.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 des obligations, moi aussi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3830" y="190195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eu deux locataires qui se sont fait la guerre pendant un an. Les deux sont partis. J'ai perdu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3830" y="298907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ce que je veux éviter. C'est pour ça que je vous appelle maintenant et pas dans trois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211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GINETTE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3830" y="4076191"/>
            <a:ext cx="86222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attendez de moi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211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3830" y="4825492"/>
            <a:ext cx="862229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pour l'instant, à part que vous soyez au courant et que la date de cet appel soit notée quelque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nous ne faisons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855" y="190195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Service de médiation citoyenne, Hubert Vachon à l'appareil.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3816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0855" y="2651252"/>
            <a:ext cx="880527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commencer par vous dire ce que nous ne faisons pas. Nous ne décidons rien, nous ne donnons aucun conseil juridique, et nous ne disons jamais qui a raison.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855" y="4076191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gratuit, c'est confidentiel, et c'est volontaire des deux côtés : votre voisin peut refuser, et vous pouvez partir en tout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HUBERT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0855" y="516331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Racontez-moi ce qu'il vous a dit, et je vous dirai ce que j'entends.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que la médiation fait, ce qu'elle ne fait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NE FAIT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Décider qui a 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Faire parler les deux personnes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Donner un conseil juridique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Rester neutre au milieu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Obliger quelqu'un à 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Recevoir ceux qui acceptent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Remplacer un tribunal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Éviter d'y aller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Coûter quelque chose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Écrire l'entente à la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la preuve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41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registre des bruits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136" y="2121408"/>
            <a:ext cx="67378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carnet où l'on note chaque jour l'heure, la durée et la nature de ce qu'on entend.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3141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136" y="3106674"/>
            <a:ext cx="67378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a vu ou entendu la même chose que vous et qui peut le confirmer.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3141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médiation citoyenne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136" y="4091939"/>
            <a:ext cx="67378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service gratuit où une personne neutre aide deux voisins à trouver eux-mêmes une entente.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31412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règlement municipal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36" y="5077205"/>
            <a:ext cx="673787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règles écrites par une ville pour son territoire, notamment sur le bruit et les heures.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appels.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appelle sa propriétaire pour lui demander d'intervenir.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rapporte que son voisin a refusé de changer d'heure.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Ostiguy a déjà perdu deux locataires dans une chicane.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Ostiguy dit que l'affaire ne concerne que les deux locataires.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médiateur commence par dire ce que son service ne fait pas.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médiation peut être imposée au voisin qui refuse.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appelle sa propriétaire pour lui demander d'intervenir.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pour l'informer, et pour dater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rapporte que son voisin a refusé de changer d'heure.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Ostiguy a déjà perdu deux locataires dans une chicane.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Ostiguy dit que l'affaire ne concerne que les deux locataires.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dit avoir des obligations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médiateur commence par dire ce que son service ne fait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médiation peut être imposée au voisin qui refuse.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volontaire des deux côtés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Pourquoi Ruslana appelle-t-elle sa propriétaire si elle ne lui demande rien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ce qui commence le jour de l'appel.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