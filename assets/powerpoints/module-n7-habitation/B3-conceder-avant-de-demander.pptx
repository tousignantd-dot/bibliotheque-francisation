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au service d'une stratégie. Ce n'est pas de la gentillesse : concéder retire à l'autre son meilleur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n'est pas une règle de grammaire mais une règle d'effet : la phrase se termine sur ce qu'on veut qu'on retienne.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trois arguments plausibles au tableau. Ils serviront de matière aux phrases de concession de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les trois formes sur la même idée, oralement, avant de passer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passage de gauche à droite est exactement le travail du bloc D : on transpose sa conversation en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verbes, et ils suffisent à toutes les concessions du module. Les faire écrire dans le cahier avant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le plus rapide : remplacer par le verbe être. « Bien que je suis » sonne faux à tout le monde ; « bien que je comprends » aussi, mais on l'entend moins.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chaque phrase complète après la correction : ce sont les phrases mêmes de la lettre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Ceux qui inversent l'ordre écrivent un reproche déguisé : leur relire leur propre phrase à l'envers pour qu'ils l'entendent.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Concéder avant de demander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Votre voisin a un argument, et il l'attend. Si vous le dites avant lui, il ne lui reste rien à opposer — et il est obligé d'écouter la 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même si » avec l'indicatif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bien que » avec le subjonctif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malgré » devant un nom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la concession avant la demande, jamais après.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Quel argument ton voisin te sortira-t-il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travaille tôt ? Il a des enfants ? Il est chez lui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cet argument est vrai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tu le dis avant lui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tu attends qu'il le dise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MÊME SI, BIEN QUE, MALGRÉ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marqueurs, trois constructions différentes.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Même si » + indicatif : même si votre horaire est difficile. « Bien que » + subjonctif : bien que je comprenne votre horaire. « Malgré » + un nom, jamais un verbe : malgré le caoutchouc. Le premier se dit, le deuxième s'écrit, le troisième fait les deux.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idée, à l'oral et à l'écrit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VERSION ORALE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VERSION ÉCRITE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si votre horaire est difficile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 votre horaire soit difficile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si je comprends votre situation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 je comprenne votre situation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s'il fait des efforts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qu'il fasse des efforts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si le bruit a diminué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 le bruit ait diminué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si je suis la seule à me plaindre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 je sois la seule à me plaindre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subjonctifs qui reviennent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sois, que vous soyez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j'aie, que vous ayez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fasse, qu'il fasse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puisse, qu'il puisse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comprendre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comprenne, qu'il comprenne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savoir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sache, qu'il sache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Bien que je comprends votre horaire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Bien que je comprenne votre horaire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Bien que » entraîne le subjonctif sans exception. Si le subjonctif ne vient pas, il y a une sortie honorable : écrire « même si », qui prend l'indicatif et que personne ne vous reprochera. Ce qui ne passe pas, c'est l'indicatif après « bien que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Complétez avec même si, bien que ou malgré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 mode du verbe qui suit.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votre horaire est difficile, le mien l'est aussi.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comprenne les contraintes de votre horaire, je ne peux plus dormir.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tapis de caoutchouc, je suis réveillée neuf matins sur quatorze.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il fasse des efforts, l'appareil est toujours au-dessus de ma chambre.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vous ayez le droit de vous entraîner chez vous, l'heure pose problème.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nos deux conversations, la situation est la même qu'en février.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sois la seule à me plaindre, cela ne rend pas le bruit normal.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Complétez avec même si, bien que ou malgré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votre horaire est difficile, le mien l'est aussi.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Même 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comprenne les contraintes de votre horaire, je ne peux plus dormir.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tapis de caoutchouc, je suis réveillée neuf matins sur quatorze.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Malgré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il fasse des efforts, l'appareil est toujours au-dessus de ma chambre.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vous ayez le droit de vous entraîner chez vous, l'heure pose problème.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nos deux conversations, la situation est la même qu'en février.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Malgré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sois la seule à me plaindre, cela ne rend pas le bruit normal.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concession suivie de ta demande, dans cet 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Même si » ou par « Bien que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demande vient après la virgule, jamais avant.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