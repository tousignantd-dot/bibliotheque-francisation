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réunit deux points de langue qui servent à la même chose : rendre visible ce que l'autre n'a jamais entendu.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commence par un contresens à défaire : « ne… que » n'est pas une négation.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est toujours la même : on décrit l'effet, pas le bruit. C'est la suite directe de la séance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une phrase de chaque forme sur le bruit du dossier, avant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se fait en une seconde : qui fait l'action de la conséquence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qui ne rate jamais : remplacer mentalement par « seulement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trois phrases avec « seulement », puis les faire réécrire avec « ne… que ». C'est l'exercice le plus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dernières se corrigent à l'oral, puis se réécrivent. Faire remarquer où se déplace le « que » à chaque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Fin du défi 1 : le groupe sait maintenant parler au voisin. Le défi 2 lui apprend à rapporter ce qu'il a répondu.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Jusqu'où ça va, et ce que ça entraîne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insupportable » ne fait voir absolument rien. « C'est assez fort pour faire bouger le luminaire du salon » met l'image dans la tête de l'autre, et il ne peut plus la retirer.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tellement… que, si… que, assez… pour, trop… pour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pour » et « pour que » selon le sujet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ne… que » pour restreindre sans nier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adjectif par une démonstration.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décrire un bruit à quelqu'un qui ne l'a jamais entendu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« très fort » lui apprend quelque chose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assez fort pour faire bouger le luminaire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changé entre les deux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Essaie avec un bruit de chez toi.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L'INTENSITÉ APPELLE SA CONSÉQUENCE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ou tellement + adjectif + que ; assez + adjectif + pour.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bruit est tellement régulier qu'il me réveille avant de commencer. » La conséquence est un fait, donc à l'indicatif. Avec un nom, « tellement » prend « de » : tellement de matins. « Assez fort pour traverser le plancher » : le seuil est atteint.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ou pour que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À SE POSER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sujet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assez fort pour me réveiller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Sujet différent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assez sérieux pour qu'elle soit avisée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seuil est atteint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assez, suffisamment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seuil est dépassé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trop tôt pour me rendormir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même test vaut pour « avant de / avant que » et « afin de / afin que ». Une question, trois structures réglées.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« NE… QUE » VEUT DIRE « SEULEMENT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n'entends que le moteur : j'entends le moteur, et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une négation, malgré le « ne ». Le « que » se place devant ce qu'on restreint, et non après l'auxiliaire comme « pas ». Deux usages : désamorcer — « je ne me plains que du matin » — et montrer ce qui manque — « il n'a posé que le caoutchouc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n'entends que le moteur = je n'entends rien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n'entends que le moteur = j'entends le moteur, et rien d'autre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contresens est fréquent parce que le « ne » ressemble à celui de « ne… pas ». Deux phrases opposées à comparer : « je n'entends pas le moteur » et « je n'entends que le moteur ». La seconde est positive.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Complétez, puis restreignez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cinq premières portent sur l'intensité, les trois dernières sur la restriction.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___ régulier que je me réveille avant qu'il commence.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rampe résonne ___ fort que je l'entends du deuxième étage.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noté ___ de matins que son carnet est presque plein.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___ sérieux pour que la propriétaire en soit avisée.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Quinze matins de suite, c'est ___ répétitif pour passer pour un accident.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plains seulement du matin.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fait seulement une des trois choses promises.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seulement une heure de sommeil de plus.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Complétez, puis restreignez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___ régulier que je me réveille avant qu'il commence.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tellement (ou si)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rampe résonne ___ fort que je l'entends du deuxième étage.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 (ou tellement)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noté ___ de matins que son carnet est presque plein.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tellement (ou tant)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___ sérieux pour que la propriétaire en soit avisée.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assez (ou suffisamment)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Quinze matins de suite, c'est ___ répétitif pour passer pour un accident.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plains seulement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ne me plains que du matin.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fait seulement une des trois choses promises.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n'a fait qu'une des trois choses promises.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seulement une heure de sommeil de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ne demande qu'une heure de sommeil de plus.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Décris un bruit de chez toi sans employer un seul adjectif.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« assez… pour » ou « tellement… que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Donne un effet que quelqu'un pourrait constater.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