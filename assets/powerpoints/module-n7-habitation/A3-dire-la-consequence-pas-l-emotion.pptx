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C'est la plus utile du module et celle qui sert hors du module : la même tournure vaut pour un employeur, une clinique, un service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cœur : chaque adjectif se remplace par un chiffre ou une date, et la phrase devient impossible à contredire.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Personne ne peut contredire une émotion, et c'est justement pour ça qu'elle ne sert à rien : elle n'oblige personne. Le laisser venir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oralement une phrase de chaque type par cinq élèves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la colonne de droite est plus longue : c'est le prix, et il est faible.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Depuis » est le plus important des quatre dans ce module : c'est lui qui dit la répétition, et la répétition est ce qui fait passer un bruit du normal à l'anormal.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deux au tableau et les y laisser jusqu'à la fin du module : ils reviennent dans les deux lettres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sept phrases à la suite après la correction : mises bout à bout, elles font le premier paragraphe de la lettre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ceux qui écrivent encore un adjectif auront besoin d'un rappel en D2, au moment de la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la conséquence, pas l'émotion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Ça me dérange » se discute et se perd. « Cela m'empêche de dormir plus de quatre heures depuis quinze jours » ne se discute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cela m'empêche de » et « cela m'oblige à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adjectif par un fait daté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en, pour, pendant et depuis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trois phrases de conséquence sur sa propre situation.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suis épuisée. » Qu'est-ce qu'on peut répondre à ça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peut vérifier cette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je dors quatre heures par nuit depuis le 4 février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ferait bouger un propriétaire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première nous vient-elle d'abord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CELA M'EMPÊCHE DE, CELA M'OBLIGE 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nomme ce qu'on ne peut plus faire, ou ce qu'on doit faire malgré soi.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Cela m'empêche de dormir plus de quatre heures. » « Cela m'oblige à me lever à cinq heures trente. » Retenir le couple : empêcher DE, obliger À. Les deux prépositions se mélangent tout le temps, et l'erreur s'entend.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discute, ce qui ne se discute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ÉVITER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ÉCRIRE PLUTÔT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me dérange.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Cela m'empêche de dormir plus de quatre heures.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épuisée.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suis réveillée neuf matins sur quatorze.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insupportable.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bruit dure quarante minutes, dès 5 h 45.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n'a aucun respect.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L'appareil n'a pas été déplacé au 12 mars.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fait des mois.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tiens un registre depuis le 4 février.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prépositions de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en +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temps qu'il a fallu pour y arriver. « Je me rendormais en dix minutes.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+ durée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durée prévue d'avance. « Il part pour la journée.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pendant + durée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durée complète de l'action. « Il court pendant quarante minutes.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depuis +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point de départ, et ça continue. « Je note depuis le 4 février.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Cela m'empêche à dormir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Cela m'empêche de dormir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L'erreur est fréquente parce que les deux verbes se ressemblent par le sens : empêcher et obliger décrivent tous les deux une contrainte. Ils ne se ressemblent pas par la construction. Empêcher DE, obliger À — l'apprendre comme un couple, jamais séparément.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conséquence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mot par trou. Attention à la préposition.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tapis démarre à 5 h 45. Cela m'___ de dormir plus de quatre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réveillée avant l'aube. Cela m'___ à me lever à cinq heures trente.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chambre est sous l'appareil. Cela m'___ d'utiliser ma propre chambre.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février, je me rendormais ___ dix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court ___ quarante minutes, tous les matins de semaine.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part à l'atelier ___ la journée.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note la date et l'heure ___ le 4 février.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conséquence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tapis démarre à 5 h 45. Cela m'___ de dormir plus de quatre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empêche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réveillée avant l'aube. Cela m'___ à me lever à cinq heures trente.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oblige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chambre est sous l'appareil. Cela m'___ d'utiliser ma propre chambre.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empêche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février, je me rendormais ___ dix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court ___ quarante minutes, tous les matins de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pendant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part à l'atelier ___ la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note la date et l'heure ___ le 4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conséquence vraie, chez toi, avec un chiffre dedans.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Cela m'empêche de » ou « Cela m'oblige à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chiffre ou une date, pas un adjectif.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