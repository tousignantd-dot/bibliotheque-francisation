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graphie-phonie. Le savoir vient du programme du niveau 7, système prosodique : maintenir le e devant les groupes en r plus i ou l plus i, et dans une syllabe initiale qui commence par une occlusive.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évite une faute d'écriture qui se répand vite : « la s'maine » ne s'écrit jamais.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chercher deux minutes sans expliquer. Presque tout le monde entend la différence sans savoir la nommer : c'est le bon point de départ.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Aucune exception à retenir : c'est la plus mécanique des deux règles.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chercher au groupe d'autres mots qui commencent par ces lettres : besoin, tenez, degré, quenouille.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la colonne de gauche par une moitié du groupe et celle de droite par l'autre, puis échanger. L'oreille apprend plus vite que la règle.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deux versions de « demander une date » : d'abord avec le « e », puis sans. La seconde est presque incompréhensible.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répéter chaque groupe après la correction. Ne pas passer à la suite avant que le groupe entende la différence sur au moins deux paires.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Ramasser : ceux qui écrivent « la s'maine » ont compris la prononciation et pas l'orthographe. Le reprendre à la séance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« e » qu'on garde et le « e » qui tombe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« samedi », personne ne le dit. Dans « petit », tout le monde le dit. Ce n'est pas du désordre : deux règles décident, et elles s'apprennent en une séance.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bruit d'en haut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si le « e » du milieu se prononce ou s'il disparaît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deux cas où il se garde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les mots du dossier au débit courant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 le « e » tombé reste toujours écrit.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Dis « samedi » à voix haute, puis « petit ». Que remarques-tu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syllabes entends-tu dans chacun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le « e » du milieu s'entend dans les deux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Essaie « la semaine », puis « demander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3B4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Lequel des deux est plus facile à dire vite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RÈGLE 1 — LE « E » SE GARDE DEVANT R PLUS I ET L PLUS 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atelier, un chandelier, nous serions, vous feriez.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consonnes glissées ensemble avec un « i » derrière, c'est trop serré pour laisser tomber le « e » avant. La bouche a besoin de la petite voyelle pour passer. Dès qu'on voit -lier, -rions ou -riez, le « e » reste.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RÈGLE 2 — LE « E » SE GARDE APRÈS P, B, T, D, K, 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Petit, debout, tenir, demander, peser, dehors.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Ces consonnes-là ferment complètement la bouche, puis l'ouvrent d'un coup. Après un tel départ, le français garde le « e » plutôt que d'enchaîner deux consonnes. Le programme dit « plusieurs des mots » et non « tous » : la règle est forte, elle n'est pas absolue.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Douze groupes de mots, deux colonnes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GARDE LE 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E TOMBE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petit bruit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samedi matin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atelier de vélos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semaine prochaine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tenir un registre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maintenant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serions d'accord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acheter du caoutchouc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une 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revoir, monsieur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feriez mieux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fenêtre de la chambre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PRONONCIATION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Prononcer tous les « e » pour être plus clair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Les garder seulement dans les deux cas de la règle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débit où chaque « e » s'entend sonne récité et ralentit tout. Paradoxalement, il rend moins clair : l'interlocuteur cherche un mot là où il n'y en a pas. À l'inverse, avaler le « e » de « demander » ou de « tenir » rend le mot difficile à reconnaître.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garde le « e » ou il tombe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groupe de mots,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petit bruit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samedi matin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atelier de vélos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semaine prochaine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serions d'accord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maintenant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une date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fenêtre de la chambre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garde le « e » ou il tombe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petit bruit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garde le e - p occlusive en première syllabe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samedi matin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e tombe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un atelier de vélos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garde le e - suivi de l plus 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semaine prochaine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e tombe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serions d'accord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garde le e - suivi de r plus 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maintenant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e tombe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une date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on garde le e - d occlusive en première syllabe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fenêtre de la chambre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e tombe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bruit d'en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deux mots du module : un où le « e » se garde, un où il tombe.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 le « e » dont tu parles.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Dis les deux à voix basse avant d'écrire.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Le bruit d'en haut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