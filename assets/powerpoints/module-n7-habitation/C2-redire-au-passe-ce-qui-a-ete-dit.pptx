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séance de grammaire la plus lourde du module, et la plus rentable : le discours rapporté au passé sert dans tous les comptes rendus, au travail comme ailleurs.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qu'on oublie, et c'est celui qui trahit un compte rendu bâclé : un « demain » resté sur place se trompe d'un jour.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réponses du groupe au tableau, justes ou fausses. La correction viendra des trois règles, pas de l'enseignante.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le test au présent d'abord : « il dit qu'il mettra ». Puis au passé. La différence saute aux oreilles.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deux dernières rangées montrent ce qui NE bouge pas : l'imparfait et le plus-que-parfait sont déjà au fond du passé.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rassure : ce qui fait la valeur d'un compte rendu — les chiffres — ne se transforme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 mot « conditionnel » induit en erreur : il n'y a aucune condition dans « il m'a dit qu'il mettrait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huitième change de forme : un impératif rapporté devient « de » plus l'infinitif. Le signaler après la correction, pas 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: c'est l'exercice qui prédit le mieux la réussite de la production orale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Redire au passé ce qui a été 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« il m'a dit que », tout recule d'un cran. Trois décalages, et rien de plus.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bruit d'en haut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plus-que-parfait pour ce qui était déjà arrivé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conditionnel présent pour ce qui devait arriver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aller à l'imparfait pour une intention proche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décaler aussi les personnes et les repères de temps.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Je mettrai du caoutchouc. » Comment le racontes-tu demain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m'a dit qu'il… quoi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 futur reste un futur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« j'ai acheté le tapis en janvier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« je vais descendre mon vélo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POINT DE RÉFÉRENCE N'EST PLUS AUJOURD'HUI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 le verbe qui introduit est au passé, tout ce qui suit recule.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m'a dit que », « il m'a expliqué que », « il m'a promis que » : à partir de là, on se règle sur le jour de la conversation, pas sur aujourd'hui. Si l'introducteur est au présent — « il dit que » —, rien ne bouge. Tout le mécanisme tient à ce seul mot.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décalages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SES MOTS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RAPPORTÉ AU PASSÉ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acheté le tapis.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m'a dit qu'il avait acheté le tapis.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mettrai du caoutchouc.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m'a dit qu'il mettrait du caoutchouc.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descendre mon vélo.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m'a dit qu'il allait descendre son vélo.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ne peux pas.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m'a dit qu'il ne pouvait pas.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 conjointe me l'avait dit.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85546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m'a dit que sa conjointe le lui avait dit.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bouge aussi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Les personnes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devient il, mon devient son, nous devient ils, ici devient là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temps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hier devient la veille, demain devient le lendemain, ce matin devient ce matin-là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qui ne bouge pas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heures et les dates précises : 5 h 45 reste 5 h 45, le 4 février reste le 4 février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m'a dit qu'il mettra du caoutchouc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m'a dit qu'il mettrait du caoutchouc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Mélanger deux points de référence dans la même phrase. Si l'introducteur est au passé, tout suit : le futur devient un conditionnel présent. Ce conditionnel-là n'exprime aucune condition — c'est un futur vu de loin, ce qu'on appelle parfois le futur du passé.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Rapportez au passé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Mettez le verbe à la forme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m'a dit : « J'ai acheté le tapis en janvier. » — rapporté : qu'il ___ acheté le tapis.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Ma conjointe me l'avait signalé. » — rapporté : que sa conjointe le lui ___ signalé.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mettrai du caoutchouc cette semaine. » — rapporté : qu'il ___ du caoutchouc.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regarderai si l'appareil rentre. » — rapporté : qu'il ___ si l'appareil rentrait.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vais descendre mon vélo à l'épaule. » — rapporté : qu'il ___ descendre son vélo.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vais y penser d'ici vendredi. » — rapporté : qu'il ___ y penser d'ici vendredi.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ne peux pas changer mon heure. » — rapporté : qu'il ne ___ pas changer son heure.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Revenez me voir si ça ne suffit pas. » — rapporté : de ___ le voir si cela ne suffisait pas.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Rapportez au passé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m'a dit : « J'ai acheté le tapis en janvier. » — rapporté : qu'il ___ acheté le tapis.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Ma conjointe me l'avait signalé. » — rapporté : que sa conjointe le lui ___ signalé.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mettrai du caoutchouc cette semaine. » — rapporté : qu'il ___ du caoutchouc.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mettrait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regarderai si l'appareil rentre. » — rapporté : qu'il ___ si l'appareil rentrait.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regarderait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vais descendre mon vélo à l'épaule. » — rapporté : qu'il ___ descendre son vélo.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allait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vais y penser d'ici vendredi. » — rapporté : qu'il ___ y penser d'ici vendredi.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allait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ne peux pas changer mon heure. » — rapporté : qu'il ne ___ pas changer son 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pouvait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Revenez me voir si ça ne suffit pas. » — rapporté : de ___ le voir si cela ne suffisait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revenir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Rapporte au passé une phrase que quelqu'un t'a dite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 par « Il m'a dit que » ou « Elle m'a dit que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 les personnes : je devient il ou elle.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bruit d'en haut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