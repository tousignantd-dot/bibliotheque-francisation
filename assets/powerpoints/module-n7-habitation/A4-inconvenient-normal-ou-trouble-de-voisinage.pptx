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Elle ferme la question posée en A1 par Ruslana : « est-ce que j'ai le droit de me plaindre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qui déloge la colère : on peut causer un trouble sans rien faire de mal, et c'est le cas le plus fréquent.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varier une seule chose à la fois : l'heure, puis la durée, puis la répétition, puis l'endroit. Le groupe découvre les quatre critères sans qu'on les nomme.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Retenir l'ordre : c'est celui dans lequel on les écrit dans une lettre, au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phrase qui rend le bloc B possible : on monte parler à quelqu'un qui n'a rien fait de 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classement par un des quatre critères, à voix haute. Une réponse sans critère ne compte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fabriquer le tableau du registre au tableau, en quatre colonnes. Ceux qui vivent la situation peuvent commencer ce soir.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déclenche toujours un débat. Y laisser deux minutes : c'est la meilleure façon de faire sentir où passe la limite.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Fin du bloc A : le groupe sait maintenant nommer le problème. Le bloc B lui apprend à en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Inconvénient normal ou trouble de voisinage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Habiter près des autres coûte quelque chose à tout le monde. Quatre questions décident de ce qui dépasse : l'heure, la durée, la répétition, l'endroit.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quatre critères qui font la limite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classer huit situations d'un côté ou de l'autre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pourquoi la faute du voisin n'entre pas dans la balance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pourquoi la répétition compte plus que la force du bruit.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enfant qui court dix minutes : normal ou pas normal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à quelle heure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c'est tous les jours pendant deux mois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c'est dans un triplex du centre plutôt qu'en campagne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changé dans ta réponse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questions, 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1. L'heure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même bruit ne pèse pas pareil à 19 h et à 5 h 45. La nuit va de 23 h à 7 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2. La durée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minutes se supportent. Quarante minutes, non — et ce n'est pas la même chose en plus long.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3. La répétition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critère le plus fort. Un événement isolé n'est presque jamais un trouble.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4. L'endroit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n'attend pas le même calme dans un triplex du centre que dans une maison isolée.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FAUTE N'ENTRE PAS DANS LA 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peut causer un trouble de voisinage sans rien faire de mal.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qui compte est l'effet du bruit sur le voisin, mesuré à l'heure, à la durée et à la répétition — jamais l'intention de celui qui le fait. Chercher un coupable fait perdre du temps et ferme la conversation avant qu'elle commence.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situations, deux colonnes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INCONVÉNIENT 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TROUBLE DE VOISINAGE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pas de 18 h à 21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tapis roulant à 5 h 45, quinze matins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fête une fois par 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la musique toutes les nuits, un mois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porte qui claque le soir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chien qui jappe seul huit heures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enfant qui court dix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travaux dès 6 h, trois semaines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Attendre d'être à bout pour commencer à noter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Noter dès le troisième jour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registre qui commence le jour où l'on craque commence trop tard : il ne couvre pas les six semaines qui comptent. Trente secondes par matin — la date, l'heure du début, l'heure de la fin, ce qu'on entend — et rien de plus : ni commentaire, ni adjectif.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Normal ou pas normal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Classez chaque situation, puis nommez le critère qui décide.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pas au-dessus de la tête, de 18 h à 21 h, tous les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tapis roulant de 5 h 45 à 6 h 25, quinze matins de suite.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fête bruyante un samedi soir, une fois dans l'année.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chien qui jappe seul six à huit heures par jour, depuis deux mois.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porte d'entrée qui claque quand quelqu'un rentre le soir.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travaux de rénovation dès six heures, pendant trois semaines.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Normal ou pas normal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pas au-dessus de la tête, de 18 h à 21 h, tous les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inconvénient normal - l'heure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tapis roulant de 5 h 45 à 6 h 25, quinze matins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trouble - l'heure et la répétition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fête bruyante un samedi soir, une fois dans l'année.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inconvénient normal - la répétition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chien qui jappe seul six à huit heures par jour, depuis deux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trouble - la durée et la répétition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porte d'entrée qui claque quand quelqu'un rentre le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inconvénient normal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travaux de rénovation dès six heures, pendant trois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trouble - l'heure et la durée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Dans ton immeuble, nomme un inconvénient normal et un qui ne l'est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Dis à chaque fois quel critère décide.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tu n'en as pas, invente une situation plausible.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