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entend son voisin ? Tout le monde lève la main. Deuxième question : qui lui en a parlé ? Presque personne. C'est là que le module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difficile et il tient tout le bloc : la loi ne promet le silence à personne, et il faut savoir de quel côté de la limite on se trouve.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Noter au tableau les heures qui sortent : elles serviront en A4 pour trier le normal de l'anormal.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les trois nombres du dossier : 5 h 45, quarante minutes, quinze jours. Ils reviennent dans les quatre blocs et dans les deux lettres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réplique : ce n'est plus une plainte, c'est une conséquence vérifiable. C'est tout le travail de la séance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ouvre le module entier. Le geste utile du premier jour n'est pas de se plaindre : c'est d'écrire trois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Chaque ligne de gauche est un fait ; chaque ligne de droite est la preuve. C'est le patron de tout le module, et il revient dans la lettre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le corollaire, qui est rassurant : si la loi prévoit ce qu'il faut accepter, c'est qu'elle prévoit aussi ce qu'il n'y a pas à accepter.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La jouissance paisible » prend le défini : il n'y en a qu'une.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surprend : personne ne pense à commencer par le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A4 : elles montrent qui a compris que c'est la répétition qui fabrique la preuve.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semaines de cinq heures quarante-cinq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tapis roulant au-dessus d'une chambre, quarante minutes par matin, quinze jours de suite. Personne n'a rien brisé, et pourtant il y a un problème.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problème de bruit avec une heure et une durée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se supporte de ce qui ne se supporte plus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la conséquence d'un bruit sur sa vie plutôt que son émotion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six mots du dossier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tu entends de chez toi, et à quelle heure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pas, une porte, une musique, un chien, un appareil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jour, le soir, ou la nuit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revient tous les jours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as-tu déjà parlé à quelqu'un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une tête de déterrée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Ruslana, vous avez une tête de déterrée. Ça fait trois soirs que je vous le dis.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40969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dors mal, Marlène. Je rentre à minuit et quart, je me couche vers une heure, et à cinq heures quarante-cinq je suis réveillée.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449681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heures quarante-cinq ? Vous avez un enfant qui se lève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524611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C'est le voisin du dessus. Il court sur un tapis roulant tous les matins de semaine, à peu près quarante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plus un petit dérangement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 entendez quoi,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2276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651252"/>
            <a:ext cx="862067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bruit sourd, régulier. Le plafond vibre, le luminaire du salon bouge un peu. Je l'entends dans la chambre, qui est juste en dessous.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4076191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vous empêche de dormir depuis trois semaines, et vous travaillez avec des instruments stériles.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516331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Jeudi, j'ai relu un plateau deux fois parce que je n'étais plus sûre de moi.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limite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Est-ce que j'ai le droit de me plaindre ? Il est chez lui. Il ne fait pas de fête, il ne crie pas. Il court.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1522761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917952"/>
            <a:ext cx="8620677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doit accepter les inconvénients normaux du voisinage. Mais tous les matins pendant trois semaines, à cinq heures quarante-cinq, ce n'est plus normal.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152276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RUSLANA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4236211"/>
            <a:ext cx="862067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Donc ce que je dois montrer, ce n'est pas que le bruit existe. C'est qu'il revient.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761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52211"/>
            <a:ext cx="152276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5252211"/>
            <a:ext cx="862067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Exactement. Notez-le. Chaque matin : la date, l'heure du début, l'heure de la fin, ce que vous avez entendu.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Ruslana sait, et comment elle le sait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ELLE L'A ÉTABLI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bruit commence à 5 h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l'a noté chaque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dure quarante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noté la fin aussi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Ça fait quinze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compté les lignes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plafond vibre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luminaire du salon bouge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Elle dort quatre heures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se couche à une heure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LOI NE PROMET LE SILENCE À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voisins doivent accepter les inconvénients normaux du voisinage.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Des pas au-dessus de la tête, une porte qui claque, un enfant qui court dix minutes : cela ne se plaide pas. Ce qui se plaide, c'est ce qui dépasse — et ce qui dépasse se reconnaît à l'heure, à la durée, à la répétition et à l'endroit.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du problème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trouble de voisinage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8291" y="2121408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dérangement qu'une personne fait subir à celle qui habite à côté ou au-dessus.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nuisance sonore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291" y="2778252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Un bruit qui dépasse ce qu'une personne raisonnable accepterait.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jouissance paisible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8291" y="3435096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droit d'habiter son logement tranquille.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inconvénient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8291" y="4091939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petit dérangement que tout le monde subit en habitant près des autres.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8291" y="4748784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L'espace plat, devant les portes, où l'escalier s'arrête à chaque étage.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41128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registre des bruits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8291" y="5405628"/>
            <a:ext cx="664071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carnet où l'on note chaque jour l'heure, la durée et ce qu'on entend.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Ruslana et de Marlène.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entend le bruit surtout le soir, en rentrant.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voisin court environ quarante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a déjà parlé au voisin.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entend aussi le vélo frapper la rampe de l'escalier.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lui conseille d'appeler tout de suite la propriétaire.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Marlène, ce qu'il faut montrer, c'est que le bruit revient.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entend le bruit surtout le soir, en rentrant.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matin, à 5 h 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voisin court environ quarante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Ruslana a déjà parlé au voisin.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pas encore, et c'est le sujet du bloc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entend aussi le vélo frapper la rampe de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Marlène lui conseille d'appeler tout de suite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lui conseille de noter, puis de monter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Marlène, ce qu'il faut montrer, c'est que le bruit revient.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tu noterais ce soir, et à quel endroit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un endroit que tu retrouveras dans six semaines.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