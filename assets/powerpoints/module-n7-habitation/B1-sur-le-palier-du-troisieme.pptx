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Rappeler la question de A4 : le voisin n'a rien fait de mal. C'est ce qui rend la conversation difficile et c'est ce que la séance travaille.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le plus utile hors du cours. Le poser dès la première diapositive et y revenir à chaque réplique.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trois ou quatre réponses. Presque personne ne pense à apporter des heures : c'est ce que la première réplique de Ruslana montre.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choses en quatre répliques : elle salue, elle se nomme, elle dit pourquoi elle vient. Faire compter les secondes : sept, pas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la phrase-clé du bloc. La faire répéter par deux élèves, puis demander la différence entre les deux formulations.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points de langue du défi sont dans ces quatre répliques : « même si », « bien que » et « tellement… que ». Les faire repérer sans les expliquer : B2 et B3 s'en chargent.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demandes, une refusée et une acceptée. Faire remarquer qu'elle en avait préparé deux : c'est ce qui sauve la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colonne de droite est le plan de la conversation du jeu de rôle, au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arrangement à l'amiable » : faire remarquer l'expression figée, qui ne se démonte pas. On ne dit pas « un arrangement amiable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quatrième surprend : elle ne demande pas ce qu'elle n'a pas le droit d'obtenir.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et relire deux ou trois réponses à voix haute au début de B2 : la différence entre elles se voit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Sur le palier du troisième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conversation de palier dure sept minutes et décide de tout ce qui suivra. Ruslana monte avec des heures, pas avec un reproche.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bruit d'en haut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qui ouvre une conversation et ce qui la ferme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un bruit avec une heure, une durée et un nombre de jours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une concession et une demande au conditionnel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quatre mots de la négociation entre voisins.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Tu montes parler à ton voisin. Par quoi commences-tu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ton nom, par le problème, ou par une excuse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dis tout de suite ce que tu veux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se passe si tu commences par « vous faites du bruit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tu apportes avec toi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viens vous le dire en personne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3830" y="2322576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Bonsoir. Excusez-moi de vous déranger à cette heure-ci — vous êtes bien monsieur Rondeau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5211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CÉDRIC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3830" y="3409696"/>
            <a:ext cx="86222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Cédric, oui. Vous êtes du quatre, en dessous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3830" y="4158995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viens vous parler de quelque chose, et j'aime mieux venir vous le dire en personne que de le faire dire par quelqu'un d'autre.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5211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CÉDRIC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3830" y="5246116"/>
            <a:ext cx="86222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Ah. C'est le tapis roulant. Je m'en doutais un peu, pour être honnête.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les ai comptés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3830" y="1901952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travaille de trois heures et demie à onze heures et demie du soir. Je rentre vers minuit et quart.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2114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3830" y="2989072"/>
            <a:ext cx="862229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à cinq heures quarante-cinq, ça commence au-dessus de ma chambre. Je note ça depuis le 4 février : ce matin, c'était le quinzième jour de suite.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494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14012"/>
            <a:ext cx="15211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CÉDRIC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3830" y="4414012"/>
            <a:ext cx="86222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Quinze jours de suite. Vous les avez comptés.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3830" y="5163312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les ai comptés parce que je ne voulais pas venir vous dire « vous faites du bruit ». Je voulais venir avec des heures.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Même si votre horaire est difficile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CÉDRIC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3830" y="1901952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pars à l'atelier à sept heures moins le quart. C'est le seul moment de la journée où je peux courir.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3830" y="2989072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crois. Et même si votre horaire est difficile, le mien l'est aussi — c'est ça, notre problème.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CÉDRIC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3830" y="4076191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 que je coure tôt, je ne mets pas de musique, je ne fais pas de poids. Je pensais que c'était acceptable.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3830" y="5163312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bruit est tellement régulier qu'il finit par me réveiller avant même qu'il commence.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choses, et elles sont petites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211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3830" y="1901952"/>
            <a:ext cx="86222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accepteriez de reculer d'une heure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211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CÉDRIC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3830" y="2651252"/>
            <a:ext cx="86222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Impossible. Je pars travailler à ce moment-là. Ça, je ne peux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3830" y="3400551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la deuxième : est-ce que vous seriez prêt à mettre le tapis sur un tapis de caoutchouc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5211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CÉDRIC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3830" y="4487671"/>
            <a:ext cx="86222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caoutchouc, on en a des rouleaux à l'atelier. Ça, je peux.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ouvre la porte, ce qui la ferme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ÇA FERME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ÇA OUVRE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faites du bruit.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Ça commence à 5 h 45 et ça dure 40 minutes.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êtes sans-gêne.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Cela m'empêche de dormir plus de 4 heures.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Arrêtez de courir.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Accepteriez-vous de mettre du caoutchouc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 ça change.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vous propose deux choses.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insupportable.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ne me plains que du matin.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de la conversation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9618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arrangement à l'amiable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8836" y="2121408"/>
            <a:ext cx="60901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solution que deux personnes trouvent elles-mêmes, sans juge et sans papier officiel.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9618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concession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8836" y="3106674"/>
            <a:ext cx="60901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qu'une personne accepte de lâcher pour que l'autre accepte quelque chose à son tour.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9618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reproche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8836" y="4091939"/>
            <a:ext cx="60901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dit à quelqu'un pour lui signifier qu'il a mal agi.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9618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palier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8836" y="5077205"/>
            <a:ext cx="60901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L'espace plat, devant les portes, où l'escalier s'arrête à chaque étage.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conversation sur le palier.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Ruslana commence par dire qu'elle a compté quinze matins.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Cédric se doutait déjà que le tapis s'entendait en bas.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Cédric accepte de reculer son entraînement d'une heure.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Ruslana lui demande d'arrêter complètement de courir.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Cédric ignorait que son vélo faisait du bruit dans l'escalier.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se donnent deux semaines avant de se reparler.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Ruslana commence par dire qu'elle a compté quinze matins.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salue et se nomme d'abord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Cédric se doutait déjà que le tapis s'entendait en bas.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Cédric accepte de reculer son entraînement d'une 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part travailler à ce moment-là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Ruslana lui demande d'arrêter complètement de courir.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dit qu'elle n'en a pas le droit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Cédric ignorait que son vélo faisait du bruit dans l'escalier.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se donnent deux semaines avant de se reparler.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la première phrase que tu dirais en montant chez ton voisin.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Regarde la colonne de droite du tableau avant d'écrire.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bruit d'en haut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