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Avant-dernière séance. Les deux tâches viennent directement des deux intentions orales de la situation « Problèmes reliés à l'habitation » : régler un problème de voisinage, en comprenant et en produisant.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objectifs correspondent aux quatre blocs précédents. Le dire au groupe : rien de neuf aujourd'hui, tout a déjà été travaillé.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les quatre éléments sur une fiche avant de commencer le jeu de rôle. Sans cette fiche, la conversation tourne court en deux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tourner les rôles au bout de sept minutes. Ceux qui jouent le voisin comprennent mieux pourquoi un reproche ferme la 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Distribuer la liste sur papier. Cocher au fur et à mesure : c'est la grille d'observation de l'enseignante autant que celle de l'élève.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jouer les deux ouvertures par deux paires différentes, devant le groupe. La différence de suite est saisissante.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élèves s'enregistrent dans le module et peuvent recommencer autant de fois qu'ils veulent.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un enregistrement volontaire devant le groupe et cocher la grille ensemble. Corriger la langue après, jamais pendant.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Les réponses disent où le groupe a besoin d'un dernier tour de piste avant la lettre de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Monter parler, puis raconter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productions orales en une séance : la conversation sur le palier, puis le compte rendu de cette conversation à quelqu'un qui n'y était pas.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bruit d'en haut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mener une conversation de voisinage du début à la fin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concéder, demander au conditionnel, proposer une solution précise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rapporter au passé ce que l'autre a répondu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séparer ce qui a été dit de ce qu'on en conclut.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PRÉPARATION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Qu'est-ce que tu apportes avec toi en montant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heure, une durée, un nombre de jours.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concession que tu es prêt à faire.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 solutions précises, pas une seule.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phrase pour finir : quand est-ce qu'on se reparle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situations, deux rôles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LA DISTINGUE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tapis roulant du matin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première conversation, quinze matins notés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 vélo dans l'escalier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seul point, facile à régler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Deux semaines plus tard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mesures sur trois, il faut remercier d'abord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On joue la locataire qui ne dort plus, ou le voisin qui court le matin. Les deux rôles s'essaient : au niveau 7, il faut savoir demander et savoir répondre.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huit sujets à couvrir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Saluer, se nommer, dire pourquoi on vient — avant tout détail.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349500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Décrire le bruit : une heure, une durée, un nombre de jours.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919222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19354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458209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Dire la conséquence : cela m'empêche de…, cela m'oblige à…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2919222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19354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458209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Concéder : même si votre horaire…, bien que je comprenne…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027931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430225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566920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Demander au conditionnel : accepteriez-vous, pourriez-vous.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8143" y="4027931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8183" y="430225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4566920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Restreindre pour désamorcer : je ne me plains que du matin.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136642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86968" y="541096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5675630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Proposer une solution précise, jamais « faites quelque chose ».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8143" y="5136642"/>
            <a:ext cx="5446623" cy="944118"/>
          </a:xfrm>
          <a:prstGeom prst="roundRect">
            <a:avLst>
              <a:gd name="adj" fmla="val 15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98183" y="541096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8183" y="5675630"/>
            <a:ext cx="4806543" cy="130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Faire confirmer, et fixer un moment pour se reparler.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Vous faites du bruit tous les matins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17181A"/>
                </a:solidFill>
                <a:latin typeface="Verdana"/>
              </a:rPr>
              <a:t>Ça commence à 5 h 45 et ça dure quarante minutes, depuis quinze jours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première phrase parle de la personne : elle se conteste, et l'autre se met à se défendre. La seconde parle du bruit : elle ne se conteste pas, et l'autre n'a rien à défendre. Toute la conversation se joue dans les dix premières secondes.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compte rendu, en trois temps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1 · La 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heures, la durée, depuis quand, la conséquence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2 · Ce qu'il a 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m'a dit qu'il avait…, qu'il ferait…, qu'il allait…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3 · La suite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fait, la conclusion annoncée, puis une 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Quatre-vingt-dix secondes environ. Le temps 2 est celui qu'on évalue : c'est là que le discours rapporté au passé se voit.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écoute dans l'enregistrement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Grille de relecture, à donner avant l'enregistrement.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heure, une durée et un nombre de jours dans les trois premières phrases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 moins une conséquence : cela m'empêche de, cela m'oblige 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formes du discours rapporté : avait, ferait, allait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personnes décalées : je devient il, mon devient son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fait, puis une conclusion annoncée par « j'en conclus que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date pour la suite, pas « bientôt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écoute dans l'enregistrement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heure, une durée et un nombre de jours dans les trois premières phrases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temps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 moins une conséquence : cela m'empêche de, cela m'oblige à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temps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formes du discours rapporté : avait, ferait, allait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temps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personnes décalées : je devient il, mon devient son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temps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fait, puis une conclusion annoncée par « j'en conclus que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temps 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date pour la suite, pas « bientôt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temps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Quelle est la phrase la plus difficile à dire, pour toi, dans cette conversation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phrase, et dis pourquoi en cinq mots.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Personne ne lira ta réponse à voix haute.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bruit d'en haut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