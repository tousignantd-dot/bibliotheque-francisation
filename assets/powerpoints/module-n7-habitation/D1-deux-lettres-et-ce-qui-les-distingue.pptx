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3. Deux semaines ont passé depuis le bloc B : deux engagements sur trois ont été tenus, et le troisième non. C'est de là que part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distinction du premier objectif est celle qui coûte le plus cher quand on la rate : une mise en demeure reçue par un voisin transforme un arrangement en conflit.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diront « j'attends encore ». Faire compter : six semaines de nuits coupées. Attendre n'est plus neutre.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la précision « neuf matins sur quatorze ». Sans le registre commencé en A1, cette phrase n'existerait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au tableau les trois parties de la mise en demeure et les y laisser jusqu'à la fin du bloc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referme la boucle ouverte en A3. Le faire remarquer au groupe : c'est la même règle, cinq séances plus tard, dans un autre genre.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tableau de référence du bloc D et il revient en E2, au moment d'écrire.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Tout ce qui n'est pas une date, une heure ou une conséquence s'enlève. Le récit complet appartient au registre, pas à la lettre.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courrier recommandé ne prouve pas ce que vous avez écrit : il prouve qu'il l'a reçu, et à quelle date. C'est cette date qui fait courir le délai.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sixième est le plus important : c'est la raison juridique de toute la démarche, et elle n'est pas évidente.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Comparer trois réponses au tableau au début de D2 : la différence entre un objet qui classe et un objet qui plaide se voit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Deux lettres, et ce qui les distingue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première va au voisin : elle est courte, elle est aimable, elle n'a pas de délai. La seconde va à la propriétaire et porte un nom : une mise en demeure.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bruit d'en haut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la lettre au voisin de la mise en demeure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trois parties d'une mise en demeure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dans une lettre l'objet, les dates, la demande et le délai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quatre mots de l'écrit.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Deux mesures sur trois ont été prises. Qu'est-ce que tu fais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remontes voir le voisin ? Tu écris ? Tu attends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tu remercies pour ce qui a été fait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qui écrirais-tu, et pour demander quoi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laisserais-tu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sur trois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2114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HUBERT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3830" y="2322576"/>
            <a:ext cx="862229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 semaines de plus, et où en êtes-vous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52114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RUSLANA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3830" y="3071876"/>
            <a:ext cx="862229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caoutchouc a été posé le 26 février. Ça a diminué le bruit, mais ça ne l'a pas fait disparaître. Le tapis n'a pas été déplacé.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52114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RUSLANA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3830" y="4158995"/>
            <a:ext cx="862229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me réveille encore. Moins fort, et pas tous les matins. Neuf matins sur les quatorze derniers.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152114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HUBERT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53830" y="5246116"/>
            <a:ext cx="862229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l'avez noté ? Gardez ça précieusement. Maintenant, écrivez.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Aux deux, mais pas la même lettre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2114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RUSLANA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3830" y="1901952"/>
            <a:ext cx="862229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monsieur Rondeau ou à la propriétaire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52114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HUBERT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3830" y="2651252"/>
            <a:ext cx="862229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Aux deux, mais pas la même lettre et pas le même jour. Ce sont deux gestes différents.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521142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HUBERT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3830" y="3738371"/>
            <a:ext cx="8622296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première est une lettre à votre voisin. Elle sert à mettre par écrit ce que vous vous êtes dit sur le palier. Ce n'est pas une menace : c'est une mémoire commune.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52114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HUBERT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3830" y="5163312"/>
            <a:ext cx="862229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deuxième a un nom : une mise en demeure. Voici le problème, voici ce que je vous demande, voici le délai que je vous donne.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conséquence, pas l'émotion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2114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RUSLANA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3830" y="1901952"/>
            <a:ext cx="862229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elle, et pas lui ? Ce n'est pas elle qui court sur le tapis.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521142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HUBERT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3830" y="2651252"/>
            <a:ext cx="8622296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propriétaire s'est engagée, en signant votre bail, à vous procurer la jouissance paisible de votre logement. Et celui qui dérange est lui aussi son locataire.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52114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RUSLANA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3830" y="4076191"/>
            <a:ext cx="862229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je dois écrire que je suis fatiguée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521142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HUBERT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3830" y="4825492"/>
            <a:ext cx="8622296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Écrivez la conséquence, pas l'émotion. Un fait ne se discute pas ; « je suis épuisée et personne ne m'écoute » se discute, et vous perdrez.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lettres, six différences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178808"/>
          </a:xfrm>
          <a:prstGeom prst="roundRect">
            <a:avLst>
              <a:gd name="adj" fmla="val 350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LETTRE AU VOISIN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MISE EN DEMEURE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Ton cordial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Ton neutre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Garder une trace de l'entente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Mettre une obligation en marche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Pas d'objet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 objet avant l'appel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Aucun délai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 délai précis, en jours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7274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85546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Demande au conditionnel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85546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Je vous demande de…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52669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394959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Remise en main propre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394959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Envoyée par courrier recommandé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MISE EN DEMEURE : TROIS CHOSES, DANS CET ORDRE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problème, la demande, le délai. Rien d'autre.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problème : les faits, les dates, la conséquence — dix lignes au plus. La demande : ce que vous voulez exactement, en une phrase qui se répond par oui ou par non. Le délai : un nombre de jours précis à compter de la réception, dix jours en général. « La présente » désigne la lettre elle-même.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mots de l'écrit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55539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mise en demeure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404" y="2121408"/>
            <a:ext cx="649660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lettre qui expose un problème, demande précisément quelque chose et donne un délai.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355539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délai raisonnable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2404" y="3106674"/>
            <a:ext cx="649660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temps qu'on laisse pour agir : dix jours, le plus souvent.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355539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courrier recommandé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2404" y="4091939"/>
            <a:ext cx="649660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envoi postal dont on garde la preuve, parce que la personne doit signer.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355539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diminution de loyer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2404" y="5077205"/>
            <a:ext cx="649660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baisse du montant mensuel, accordée quand le logement n'a pas donné ce qu'il devait.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la rencontre avec le médiateur et les deux lettres.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des trois engagements du voisin ont été tenus.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écrire la même lettre au voisin et à la propriétaire.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lettre au voisin sert à mettre par écrit ce qui a été convenu.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mise en demeure doit contenir un délai précis.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vaut mieux une citation approximative qu'un résumé honnête.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8003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8643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Ruslana écrit à sa propriétaire parce que c'est elle qui fait le bruit.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des trois engagements du voisin ont été tenus.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écrire la même lettre au voisin et à la propriétaire.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deux gestes différents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lettre au voisin sert à mettre par écrit ce qui a été convenu.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mise en demeure doit contenir un délai précis.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vaut mieux une citation approximative qu'un résumé honnête.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c'est l'inverse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8003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8643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Ruslana écrit à sa propriétaire parce que c'est elle qui fait le bruit.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parce que le voisin est aussi sa locataire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l'objet de la mise en demeure de Ruslana, en huit à douze mots.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groupe de mots, jamais une phrase complète.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Ni plainte, ni explication : de quoi il s'agit, et ce qu'on demande.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bruit d'en haut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