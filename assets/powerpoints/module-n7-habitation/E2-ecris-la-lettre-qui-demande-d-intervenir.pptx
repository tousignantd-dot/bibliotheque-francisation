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La tâche vient directement de la troisième intention de la situation : rédiger une lettre pour régler un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se vérifie en dix secondes et il annonce la qualité de tout le reste : un objet qui plaide ferme le lecteur.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bonne réponse est le fait daté : « Depuis le 4 février, l'occupant du logement 6 fait fonctionner… » Le laisser venir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 plan avant la première phrase : personne n'écrit trois paragraphes sans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la liste sur papier : c'est la grille de correction, et les élèves la cochent eux-mêmes avant d'envoyer leur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adjectifs dans la première version de deux ou trois lettres. Le chiffre suffit à convaincre.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relecture par un pair avant l'envoi dans le module. L'assistant corrige la langue ; la grille corrige la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de clôture. Faire l'autoévaluation du module dans la section « Je retiens des mots » : seize énoncés, trois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Fin du module. La réponse la plus fréquente, et la meilleure : je noterais tout de suite, et je monterais lui parler avant d'écrire à qui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Écris la lettre qui demande d'intervenir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 à quatorze phrases, trois paragraphes, un objet, quatre dates et un délai. Puis on relit trois fois, et on enlève un adjectif à chaque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mise en demeure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 objet en huit à douze mots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délai précis à compter de la réception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Que doit contenir la première phrase de ta lettre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date ? Un fait ? Une demande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commence par ce qu'on ressent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par ce qu'on veut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Relis la lettre de Ruslana : par quoi commence-t-elle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un par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1 · Ce qui se passe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fait, les heures, depuis quand, le registre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2 · Ce que j'ai déjà fait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conversation, la date, ce qui a été tenu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3 · Ce que je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demande précise, le délai, la suite annoncée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objet avant la formule d'appel, une salutation fermée après. Dix à quatorze phrases en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EXIGENCES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choses à faire figurer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Huit à douze mots, un groupe du nom, jamais une phrase complète.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Quatre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le 4 février, le 19 février, le 26 février, au 12 mars.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conséquence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Cela m'empêche de… ou cela m'oblige à…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que… ou même si…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citation exacte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Deux-points, guillemets, ses mots — ou pas de guillemets du tout.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connecteur d'annonce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Quant à… ou en ce qui concerne…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demande précise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vous voulez, en une phrase qui se répond par oui ou non.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8183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délai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 jours à compter de la réception de la présente.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épuisée et personne ne m'écoute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Depuis le 26 février, je suis réveillée neuf matins sur quatorze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Écrire la conséquence, pas l'émotion — c'est la règle du module, posée en A3 et redite par le médiateur en D1. Un sentiment se discute ; un fait daté ne se discute pas. Dernière relecture : trois passages, et un adjectif de moins à chaque fois.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questions à se poser sur son propre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objet fait-il moins de douze mots et aucune phrase complète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trois paragraphes séparés par un blanc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au moins quatre dates ou heures exactes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écrit une conséquence plutôt qu'un sentiment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demande se répond-elle par oui ou par non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écrit un nombre de jours, à compter de la réception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objet fait-il moins de douze mots et aucune phrase complète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le raccourcir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trois paragraphes séparés par un blanc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découper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au moins quatre dates ou heures exactes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en ajouter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écrit une conséquence plutôt qu'un sentiment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réécrire la phrase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demande se répond-elle par oui ou par non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la préciser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Ai-je écrit un nombre de jours, à compter de la réception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l'ajouter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module a travaillé, bloc par bloc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SAIT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· Je découvre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nommer le problème et dire sa conséquence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 · Défi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mener la conversation soi-même, sans reproche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 · Défi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rapporter fidèlement, et lire le règlement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 · 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écrire les deux lettres, et ne pas les confondre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 · Je me 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faire les trois, pour de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tu ferais différemment, la prochaine fois qu'un voisin te dérange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ce que tu ferais dès le troisième jour.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